
<file path=[Content_Types].xml><?xml version="1.0" encoding="utf-8"?>
<Types xmlns="http://schemas.openxmlformats.org/package/2006/content-types">
  <Default Extension="fntdata" ContentType="application/x-fontdata"/>
  <Default Extension="jfif" ContentType="image/jpeg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Hedvig Letters Sans" panose="020B0604020202020204" charset="0"/>
      <p:regular r:id="rId11"/>
    </p:embeddedFont>
    <p:embeddedFont>
      <p:font typeface="Liter" panose="020B0604020202020204" charset="0"/>
      <p:regular r:id="rId12"/>
    </p:embeddedFont>
    <p:embeddedFont>
      <p:font typeface="Quattrocento Sans" panose="020B0502050000020003" pitchFamily="34" charset="0"/>
      <p:regular r:id="rId13"/>
      <p:bold r:id="rId14"/>
    </p:embeddedFont>
  </p:embeddedFontLst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2470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fif"/><Relationship Id="rId5" Type="http://schemas.openxmlformats.org/officeDocument/2006/relationships/image" Target="../media/image4.jpg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5111bcbd0e12f0c805cd6f095f49b0f0d3df4561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7813" b="781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12529">
                  <a:alpha val="95000"/>
                </a:srgbClr>
              </a:gs>
              <a:gs pos="50000">
                <a:srgbClr val="212529">
                  <a:alpha val="90000"/>
                </a:srgbClr>
              </a:gs>
              <a:gs pos="100000">
                <a:srgbClr val="39FF14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90525" y="390525"/>
            <a:ext cx="590550" cy="590550"/>
          </a:xfrm>
          <a:custGeom>
            <a:avLst/>
            <a:gdLst/>
            <a:ahLst/>
            <a:cxnLst/>
            <a:rect l="l" t="t" r="r" b="b"/>
            <a:pathLst>
              <a:path w="590550" h="590550">
                <a:moveTo>
                  <a:pt x="76199" y="0"/>
                </a:moveTo>
                <a:lnTo>
                  <a:pt x="514351" y="0"/>
                </a:lnTo>
                <a:cubicBezTo>
                  <a:pt x="556435" y="0"/>
                  <a:pt x="590550" y="34115"/>
                  <a:pt x="590550" y="76199"/>
                </a:cubicBezTo>
                <a:lnTo>
                  <a:pt x="590550" y="514351"/>
                </a:lnTo>
                <a:cubicBezTo>
                  <a:pt x="590550" y="556435"/>
                  <a:pt x="556435" y="590550"/>
                  <a:pt x="514351" y="590550"/>
                </a:cubicBezTo>
                <a:lnTo>
                  <a:pt x="76199" y="590550"/>
                </a:lnTo>
                <a:cubicBezTo>
                  <a:pt x="34115" y="590550"/>
                  <a:pt x="0" y="556435"/>
                  <a:pt x="0" y="514351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39FF14">
              <a:alpha val="20000"/>
            </a:srgbClr>
          </a:solidFill>
          <a:ln w="25400">
            <a:solidFill>
              <a:srgbClr val="39FF1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5306" y="5429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98227" y="13395"/>
                </a:moveTo>
                <a:cubicBezTo>
                  <a:pt x="98227" y="5972"/>
                  <a:pt x="92255" y="0"/>
                  <a:pt x="84832" y="0"/>
                </a:cubicBezTo>
                <a:cubicBezTo>
                  <a:pt x="77409" y="0"/>
                  <a:pt x="71438" y="5972"/>
                  <a:pt x="71438" y="13395"/>
                </a:cubicBezTo>
                <a:lnTo>
                  <a:pt x="71438" y="35719"/>
                </a:lnTo>
                <a:cubicBezTo>
                  <a:pt x="51736" y="35719"/>
                  <a:pt x="35719" y="51736"/>
                  <a:pt x="35719" y="71438"/>
                </a:cubicBezTo>
                <a:lnTo>
                  <a:pt x="13395" y="71438"/>
                </a:lnTo>
                <a:cubicBezTo>
                  <a:pt x="5972" y="71438"/>
                  <a:pt x="0" y="77409"/>
                  <a:pt x="0" y="84832"/>
                </a:cubicBezTo>
                <a:cubicBezTo>
                  <a:pt x="0" y="92255"/>
                  <a:pt x="5972" y="98227"/>
                  <a:pt x="13395" y="98227"/>
                </a:cubicBezTo>
                <a:lnTo>
                  <a:pt x="35719" y="98227"/>
                </a:lnTo>
                <a:lnTo>
                  <a:pt x="35719" y="129480"/>
                </a:lnTo>
                <a:lnTo>
                  <a:pt x="13395" y="129480"/>
                </a:lnTo>
                <a:cubicBezTo>
                  <a:pt x="5972" y="129480"/>
                  <a:pt x="0" y="135452"/>
                  <a:pt x="0" y="142875"/>
                </a:cubicBezTo>
                <a:cubicBezTo>
                  <a:pt x="0" y="150298"/>
                  <a:pt x="5972" y="156270"/>
                  <a:pt x="13395" y="156270"/>
                </a:cubicBezTo>
                <a:lnTo>
                  <a:pt x="35719" y="156270"/>
                </a:lnTo>
                <a:lnTo>
                  <a:pt x="35719" y="187523"/>
                </a:lnTo>
                <a:lnTo>
                  <a:pt x="13395" y="187523"/>
                </a:lnTo>
                <a:cubicBezTo>
                  <a:pt x="5972" y="187523"/>
                  <a:pt x="0" y="193495"/>
                  <a:pt x="0" y="200918"/>
                </a:cubicBezTo>
                <a:cubicBezTo>
                  <a:pt x="0" y="208341"/>
                  <a:pt x="5972" y="214313"/>
                  <a:pt x="13395" y="214313"/>
                </a:cubicBezTo>
                <a:lnTo>
                  <a:pt x="35719" y="214313"/>
                </a:lnTo>
                <a:cubicBezTo>
                  <a:pt x="35719" y="234014"/>
                  <a:pt x="51736" y="250031"/>
                  <a:pt x="71438" y="250031"/>
                </a:cubicBezTo>
                <a:lnTo>
                  <a:pt x="71438" y="272355"/>
                </a:lnTo>
                <a:cubicBezTo>
                  <a:pt x="71438" y="279778"/>
                  <a:pt x="77409" y="285750"/>
                  <a:pt x="84832" y="285750"/>
                </a:cubicBezTo>
                <a:cubicBezTo>
                  <a:pt x="92255" y="285750"/>
                  <a:pt x="98227" y="279778"/>
                  <a:pt x="98227" y="272355"/>
                </a:cubicBezTo>
                <a:lnTo>
                  <a:pt x="98227" y="250031"/>
                </a:lnTo>
                <a:lnTo>
                  <a:pt x="129480" y="250031"/>
                </a:lnTo>
                <a:lnTo>
                  <a:pt x="129480" y="272355"/>
                </a:lnTo>
                <a:cubicBezTo>
                  <a:pt x="129480" y="279778"/>
                  <a:pt x="135452" y="285750"/>
                  <a:pt x="142875" y="285750"/>
                </a:cubicBezTo>
                <a:cubicBezTo>
                  <a:pt x="150298" y="285750"/>
                  <a:pt x="156270" y="279778"/>
                  <a:pt x="156270" y="272355"/>
                </a:cubicBezTo>
                <a:lnTo>
                  <a:pt x="156270" y="250031"/>
                </a:lnTo>
                <a:lnTo>
                  <a:pt x="187523" y="250031"/>
                </a:lnTo>
                <a:lnTo>
                  <a:pt x="187523" y="272355"/>
                </a:lnTo>
                <a:cubicBezTo>
                  <a:pt x="187523" y="279778"/>
                  <a:pt x="193495" y="285750"/>
                  <a:pt x="200918" y="285750"/>
                </a:cubicBezTo>
                <a:cubicBezTo>
                  <a:pt x="208341" y="285750"/>
                  <a:pt x="214313" y="279778"/>
                  <a:pt x="214313" y="272355"/>
                </a:cubicBezTo>
                <a:lnTo>
                  <a:pt x="214313" y="250031"/>
                </a:lnTo>
                <a:cubicBezTo>
                  <a:pt x="234014" y="250031"/>
                  <a:pt x="250031" y="234014"/>
                  <a:pt x="250031" y="214313"/>
                </a:cubicBezTo>
                <a:lnTo>
                  <a:pt x="272355" y="214313"/>
                </a:lnTo>
                <a:cubicBezTo>
                  <a:pt x="279778" y="214313"/>
                  <a:pt x="285750" y="208341"/>
                  <a:pt x="285750" y="200918"/>
                </a:cubicBezTo>
                <a:cubicBezTo>
                  <a:pt x="285750" y="193495"/>
                  <a:pt x="279778" y="187523"/>
                  <a:pt x="272355" y="187523"/>
                </a:cubicBezTo>
                <a:lnTo>
                  <a:pt x="250031" y="187523"/>
                </a:lnTo>
                <a:lnTo>
                  <a:pt x="250031" y="156270"/>
                </a:lnTo>
                <a:lnTo>
                  <a:pt x="272355" y="156270"/>
                </a:lnTo>
                <a:cubicBezTo>
                  <a:pt x="279778" y="156270"/>
                  <a:pt x="285750" y="150298"/>
                  <a:pt x="285750" y="142875"/>
                </a:cubicBezTo>
                <a:cubicBezTo>
                  <a:pt x="285750" y="135452"/>
                  <a:pt x="279778" y="129480"/>
                  <a:pt x="272355" y="129480"/>
                </a:cubicBezTo>
                <a:lnTo>
                  <a:pt x="250031" y="129480"/>
                </a:lnTo>
                <a:lnTo>
                  <a:pt x="250031" y="98227"/>
                </a:lnTo>
                <a:lnTo>
                  <a:pt x="272355" y="98227"/>
                </a:lnTo>
                <a:cubicBezTo>
                  <a:pt x="279778" y="98227"/>
                  <a:pt x="285750" y="92255"/>
                  <a:pt x="285750" y="84832"/>
                </a:cubicBezTo>
                <a:cubicBezTo>
                  <a:pt x="285750" y="77409"/>
                  <a:pt x="279778" y="71438"/>
                  <a:pt x="272355" y="71438"/>
                </a:cubicBezTo>
                <a:lnTo>
                  <a:pt x="250031" y="71438"/>
                </a:lnTo>
                <a:cubicBezTo>
                  <a:pt x="250031" y="51736"/>
                  <a:pt x="234014" y="35719"/>
                  <a:pt x="214313" y="35719"/>
                </a:cubicBezTo>
                <a:lnTo>
                  <a:pt x="214313" y="13395"/>
                </a:lnTo>
                <a:cubicBezTo>
                  <a:pt x="214313" y="5972"/>
                  <a:pt x="208341" y="0"/>
                  <a:pt x="200918" y="0"/>
                </a:cubicBezTo>
                <a:cubicBezTo>
                  <a:pt x="193495" y="0"/>
                  <a:pt x="187523" y="5972"/>
                  <a:pt x="187523" y="13395"/>
                </a:cubicBezTo>
                <a:lnTo>
                  <a:pt x="187523" y="35719"/>
                </a:lnTo>
                <a:lnTo>
                  <a:pt x="156270" y="35719"/>
                </a:lnTo>
                <a:lnTo>
                  <a:pt x="156270" y="13395"/>
                </a:lnTo>
                <a:cubicBezTo>
                  <a:pt x="156270" y="5972"/>
                  <a:pt x="150298" y="0"/>
                  <a:pt x="142875" y="0"/>
                </a:cubicBezTo>
                <a:cubicBezTo>
                  <a:pt x="135452" y="0"/>
                  <a:pt x="129480" y="5972"/>
                  <a:pt x="129480" y="13395"/>
                </a:cubicBezTo>
                <a:lnTo>
                  <a:pt x="129480" y="35719"/>
                </a:lnTo>
                <a:lnTo>
                  <a:pt x="98227" y="35719"/>
                </a:lnTo>
                <a:lnTo>
                  <a:pt x="98227" y="13395"/>
                </a:lnTo>
                <a:close/>
                <a:moveTo>
                  <a:pt x="89297" y="71438"/>
                </a:moveTo>
                <a:lnTo>
                  <a:pt x="196453" y="71438"/>
                </a:lnTo>
                <a:cubicBezTo>
                  <a:pt x="206332" y="71438"/>
                  <a:pt x="214313" y="79418"/>
                  <a:pt x="214313" y="89297"/>
                </a:cubicBezTo>
                <a:lnTo>
                  <a:pt x="214313" y="196453"/>
                </a:lnTo>
                <a:cubicBezTo>
                  <a:pt x="214313" y="206332"/>
                  <a:pt x="206332" y="214313"/>
                  <a:pt x="196453" y="214313"/>
                </a:cubicBezTo>
                <a:lnTo>
                  <a:pt x="89297" y="214313"/>
                </a:lnTo>
                <a:cubicBezTo>
                  <a:pt x="79418" y="214313"/>
                  <a:pt x="71438" y="206332"/>
                  <a:pt x="71438" y="196453"/>
                </a:cubicBezTo>
                <a:lnTo>
                  <a:pt x="71438" y="89297"/>
                </a:lnTo>
                <a:cubicBezTo>
                  <a:pt x="71438" y="79418"/>
                  <a:pt x="79418" y="71438"/>
                  <a:pt x="89297" y="71438"/>
                </a:cubicBezTo>
                <a:close/>
                <a:moveTo>
                  <a:pt x="98227" y="98227"/>
                </a:moveTo>
                <a:lnTo>
                  <a:pt x="98227" y="187523"/>
                </a:lnTo>
                <a:lnTo>
                  <a:pt x="187523" y="187523"/>
                </a:lnTo>
                <a:lnTo>
                  <a:pt x="187523" y="98227"/>
                </a:lnTo>
                <a:lnTo>
                  <a:pt x="98227" y="98227"/>
                </a:lnTo>
                <a:close/>
              </a:path>
            </a:pathLst>
          </a:custGeom>
          <a:solidFill>
            <a:srgbClr val="39FF14"/>
          </a:solidFill>
          <a:ln/>
        </p:spPr>
      </p:sp>
      <p:sp>
        <p:nvSpPr>
          <p:cNvPr id="6" name="Text 3"/>
          <p:cNvSpPr/>
          <p:nvPr/>
        </p:nvSpPr>
        <p:spPr>
          <a:xfrm>
            <a:off x="1104900" y="476250"/>
            <a:ext cx="2266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39FF1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RME322 EMBEDDED SYSTEMS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04900" y="704850"/>
            <a:ext cx="2257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DB5B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Fall 2023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3012281"/>
            <a:ext cx="88201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8F9F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Intelligent Automatic Dustbin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1000" y="4031456"/>
            <a:ext cx="867727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ADB5B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Using Ultrasonic Sensors and Servo-Based Control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81000" y="4876800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0" y="0"/>
                </a:moveTo>
                <a:lnTo>
                  <a:pt x="1524000" y="0"/>
                </a:lnTo>
                <a:lnTo>
                  <a:pt x="1524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9FF14"/>
          </a:solidFill>
          <a:ln/>
        </p:spPr>
      </p:sp>
      <p:sp>
        <p:nvSpPr>
          <p:cNvPr id="12" name="Shape 9"/>
          <p:cNvSpPr/>
          <p:nvPr/>
        </p:nvSpPr>
        <p:spPr>
          <a:xfrm>
            <a:off x="384175" y="5318125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>
                <a:moveTo>
                  <a:pt x="227013" y="0"/>
                </a:moveTo>
                <a:lnTo>
                  <a:pt x="227013" y="0"/>
                </a:lnTo>
                <a:cubicBezTo>
                  <a:pt x="352304" y="0"/>
                  <a:pt x="454025" y="101721"/>
                  <a:pt x="454025" y="227013"/>
                </a:cubicBezTo>
                <a:lnTo>
                  <a:pt x="454025" y="227013"/>
                </a:lnTo>
                <a:cubicBezTo>
                  <a:pt x="454025" y="352304"/>
                  <a:pt x="352304" y="454025"/>
                  <a:pt x="227013" y="454025"/>
                </a:cubicBezTo>
                <a:lnTo>
                  <a:pt x="227013" y="454025"/>
                </a:lnTo>
                <a:cubicBezTo>
                  <a:pt x="101721" y="454025"/>
                  <a:pt x="0" y="352304"/>
                  <a:pt x="0" y="227013"/>
                </a:cubicBezTo>
                <a:lnTo>
                  <a:pt x="0" y="227013"/>
                </a:lnTo>
                <a:cubicBezTo>
                  <a:pt x="0" y="101721"/>
                  <a:pt x="101721" y="0"/>
                  <a:pt x="227013" y="0"/>
                </a:cubicBezTo>
                <a:close/>
              </a:path>
            </a:pathLst>
          </a:custGeom>
          <a:solidFill>
            <a:srgbClr val="39FF14">
              <a:alpha val="20000"/>
            </a:srgbClr>
          </a:solidFill>
          <a:ln w="8467">
            <a:solidFill>
              <a:srgbClr val="39FF1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26256" y="54483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92273"/>
                </a:moveTo>
                <a:cubicBezTo>
                  <a:pt x="107986" y="92273"/>
                  <a:pt x="127992" y="72267"/>
                  <a:pt x="127992" y="47625"/>
                </a:cubicBezTo>
                <a:cubicBezTo>
                  <a:pt x="127992" y="22983"/>
                  <a:pt x="107986" y="2977"/>
                  <a:pt x="83344" y="2977"/>
                </a:cubicBezTo>
                <a:cubicBezTo>
                  <a:pt x="58702" y="2977"/>
                  <a:pt x="38695" y="22983"/>
                  <a:pt x="38695" y="47625"/>
                </a:cubicBezTo>
                <a:cubicBezTo>
                  <a:pt x="38695" y="72267"/>
                  <a:pt x="58702" y="92273"/>
                  <a:pt x="83344" y="92273"/>
                </a:cubicBezTo>
                <a:close/>
                <a:moveTo>
                  <a:pt x="72293" y="113109"/>
                </a:moveTo>
                <a:cubicBezTo>
                  <a:pt x="35644" y="113109"/>
                  <a:pt x="5953" y="142801"/>
                  <a:pt x="5953" y="179450"/>
                </a:cubicBezTo>
                <a:cubicBezTo>
                  <a:pt x="5953" y="185551"/>
                  <a:pt x="10902" y="190500"/>
                  <a:pt x="17004" y="190500"/>
                </a:cubicBezTo>
                <a:lnTo>
                  <a:pt x="149684" y="190500"/>
                </a:lnTo>
                <a:cubicBezTo>
                  <a:pt x="155786" y="190500"/>
                  <a:pt x="160734" y="185551"/>
                  <a:pt x="160734" y="179450"/>
                </a:cubicBezTo>
                <a:cubicBezTo>
                  <a:pt x="160734" y="142801"/>
                  <a:pt x="131043" y="113109"/>
                  <a:pt x="94394" y="113109"/>
                </a:cubicBezTo>
                <a:lnTo>
                  <a:pt x="72293" y="113109"/>
                </a:lnTo>
                <a:close/>
              </a:path>
            </a:pathLst>
          </a:custGeom>
          <a:solidFill>
            <a:srgbClr val="39FF14"/>
          </a:solidFill>
          <a:ln/>
        </p:spPr>
      </p:sp>
      <p:sp>
        <p:nvSpPr>
          <p:cNvPr id="14" name="Text 11"/>
          <p:cNvSpPr/>
          <p:nvPr/>
        </p:nvSpPr>
        <p:spPr>
          <a:xfrm>
            <a:off x="990600" y="5295900"/>
            <a:ext cx="187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Muhammad Mamoon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90600" y="5562600"/>
            <a:ext cx="1857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C75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L1F23BSRI0014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84175" y="6003925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>
                <a:moveTo>
                  <a:pt x="227013" y="0"/>
                </a:moveTo>
                <a:lnTo>
                  <a:pt x="227013" y="0"/>
                </a:lnTo>
                <a:cubicBezTo>
                  <a:pt x="352304" y="0"/>
                  <a:pt x="454025" y="101721"/>
                  <a:pt x="454025" y="227013"/>
                </a:cubicBezTo>
                <a:lnTo>
                  <a:pt x="454025" y="227013"/>
                </a:lnTo>
                <a:cubicBezTo>
                  <a:pt x="454025" y="352304"/>
                  <a:pt x="352304" y="454025"/>
                  <a:pt x="227013" y="454025"/>
                </a:cubicBezTo>
                <a:lnTo>
                  <a:pt x="227013" y="454025"/>
                </a:lnTo>
                <a:cubicBezTo>
                  <a:pt x="101721" y="454025"/>
                  <a:pt x="0" y="352304"/>
                  <a:pt x="0" y="227013"/>
                </a:cubicBezTo>
                <a:lnTo>
                  <a:pt x="0" y="227013"/>
                </a:lnTo>
                <a:cubicBezTo>
                  <a:pt x="0" y="101721"/>
                  <a:pt x="101721" y="0"/>
                  <a:pt x="227013" y="0"/>
                </a:cubicBezTo>
                <a:close/>
              </a:path>
            </a:pathLst>
          </a:custGeom>
          <a:solidFill>
            <a:srgbClr val="39FF14">
              <a:alpha val="20000"/>
            </a:srgbClr>
          </a:solidFill>
          <a:ln w="8467">
            <a:solidFill>
              <a:srgbClr val="39FF1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26256" y="61341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92273"/>
                </a:moveTo>
                <a:cubicBezTo>
                  <a:pt x="107986" y="92273"/>
                  <a:pt x="127992" y="72267"/>
                  <a:pt x="127992" y="47625"/>
                </a:cubicBezTo>
                <a:cubicBezTo>
                  <a:pt x="127992" y="22983"/>
                  <a:pt x="107986" y="2977"/>
                  <a:pt x="83344" y="2977"/>
                </a:cubicBezTo>
                <a:cubicBezTo>
                  <a:pt x="58702" y="2977"/>
                  <a:pt x="38695" y="22983"/>
                  <a:pt x="38695" y="47625"/>
                </a:cubicBezTo>
                <a:cubicBezTo>
                  <a:pt x="38695" y="72267"/>
                  <a:pt x="58702" y="92273"/>
                  <a:pt x="83344" y="92273"/>
                </a:cubicBezTo>
                <a:close/>
                <a:moveTo>
                  <a:pt x="72293" y="113109"/>
                </a:moveTo>
                <a:cubicBezTo>
                  <a:pt x="35644" y="113109"/>
                  <a:pt x="5953" y="142801"/>
                  <a:pt x="5953" y="179450"/>
                </a:cubicBezTo>
                <a:cubicBezTo>
                  <a:pt x="5953" y="185551"/>
                  <a:pt x="10902" y="190500"/>
                  <a:pt x="17004" y="190500"/>
                </a:cubicBezTo>
                <a:lnTo>
                  <a:pt x="149684" y="190500"/>
                </a:lnTo>
                <a:cubicBezTo>
                  <a:pt x="155786" y="190500"/>
                  <a:pt x="160734" y="185551"/>
                  <a:pt x="160734" y="179450"/>
                </a:cubicBezTo>
                <a:cubicBezTo>
                  <a:pt x="160734" y="142801"/>
                  <a:pt x="131043" y="113109"/>
                  <a:pt x="94394" y="113109"/>
                </a:cubicBezTo>
                <a:lnTo>
                  <a:pt x="72293" y="113109"/>
                </a:lnTo>
                <a:close/>
              </a:path>
            </a:pathLst>
          </a:custGeom>
          <a:solidFill>
            <a:srgbClr val="39FF14"/>
          </a:solidFill>
          <a:ln/>
        </p:spPr>
      </p:sp>
      <p:sp>
        <p:nvSpPr>
          <p:cNvPr id="18" name="Text 15"/>
          <p:cNvSpPr/>
          <p:nvPr/>
        </p:nvSpPr>
        <p:spPr>
          <a:xfrm>
            <a:off x="990600" y="5981700"/>
            <a:ext cx="1800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Muhammad Asad Ali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90600" y="6248400"/>
            <a:ext cx="1781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C75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L1F23BSRI0024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12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175" y="384175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>
                <a:moveTo>
                  <a:pt x="76199" y="0"/>
                </a:moveTo>
                <a:lnTo>
                  <a:pt x="377826" y="0"/>
                </a:lnTo>
                <a:cubicBezTo>
                  <a:pt x="419910" y="0"/>
                  <a:pt x="454025" y="34115"/>
                  <a:pt x="454025" y="76199"/>
                </a:cubicBezTo>
                <a:lnTo>
                  <a:pt x="454025" y="377826"/>
                </a:lnTo>
                <a:cubicBezTo>
                  <a:pt x="454025" y="419910"/>
                  <a:pt x="419910" y="454025"/>
                  <a:pt x="377826" y="454025"/>
                </a:cubicBezTo>
                <a:lnTo>
                  <a:pt x="76199" y="454025"/>
                </a:lnTo>
                <a:cubicBezTo>
                  <a:pt x="34115" y="454025"/>
                  <a:pt x="0" y="419910"/>
                  <a:pt x="0" y="3778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39FF14">
              <a:alpha val="20000"/>
            </a:srgbClr>
          </a:solidFill>
          <a:ln w="8467">
            <a:solidFill>
              <a:srgbClr val="39F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23875" y="4953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39FF14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381000"/>
            <a:ext cx="3771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8F9F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914400"/>
            <a:ext cx="1828800" cy="38100"/>
          </a:xfrm>
          <a:custGeom>
            <a:avLst/>
            <a:gdLst/>
            <a:ahLst/>
            <a:cxnLst/>
            <a:rect l="l" t="t" r="r" b="b"/>
            <a:pathLst>
              <a:path w="1828800" h="38100">
                <a:moveTo>
                  <a:pt x="0" y="0"/>
                </a:moveTo>
                <a:lnTo>
                  <a:pt x="1828800" y="0"/>
                </a:lnTo>
                <a:lnTo>
                  <a:pt x="1828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9FF14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7" name="Shape 5"/>
          <p:cNvSpPr/>
          <p:nvPr/>
        </p:nvSpPr>
        <p:spPr>
          <a:xfrm>
            <a:off x="400050" y="1181100"/>
            <a:ext cx="38100" cy="981075"/>
          </a:xfrm>
          <a:custGeom>
            <a:avLst/>
            <a:gdLst/>
            <a:ahLst/>
            <a:cxnLst/>
            <a:rect l="l" t="t" r="r" b="b"/>
            <a:pathLst>
              <a:path w="38100" h="981075">
                <a:moveTo>
                  <a:pt x="0" y="0"/>
                </a:moveTo>
                <a:lnTo>
                  <a:pt x="38100" y="0"/>
                </a:lnTo>
                <a:lnTo>
                  <a:pt x="38100" y="981075"/>
                </a:lnTo>
                <a:lnTo>
                  <a:pt x="0" y="981075"/>
                </a:lnTo>
                <a:lnTo>
                  <a:pt x="0" y="0"/>
                </a:lnTo>
                <a:close/>
              </a:path>
            </a:pathLst>
          </a:custGeom>
          <a:solidFill>
            <a:srgbClr val="39FF14"/>
          </a:solidFill>
          <a:ln/>
        </p:spPr>
      </p:sp>
      <p:sp>
        <p:nvSpPr>
          <p:cNvPr id="8" name="Text 6"/>
          <p:cNvSpPr/>
          <p:nvPr/>
        </p:nvSpPr>
        <p:spPr>
          <a:xfrm>
            <a:off x="609600" y="1181100"/>
            <a:ext cx="6457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9FF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Objective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1600200"/>
            <a:ext cx="64293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intelligent dustbin system that enhances hygiene and waste management through sensor-based automation, demonstrating practical embedded systems application.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0050" y="2309813"/>
            <a:ext cx="38100" cy="981075"/>
          </a:xfrm>
          <a:custGeom>
            <a:avLst/>
            <a:gdLst/>
            <a:ahLst/>
            <a:cxnLst/>
            <a:rect l="l" t="t" r="r" b="b"/>
            <a:pathLst>
              <a:path w="38100" h="981075">
                <a:moveTo>
                  <a:pt x="0" y="0"/>
                </a:moveTo>
                <a:lnTo>
                  <a:pt x="38100" y="0"/>
                </a:lnTo>
                <a:lnTo>
                  <a:pt x="38100" y="981075"/>
                </a:lnTo>
                <a:lnTo>
                  <a:pt x="0" y="981075"/>
                </a:lnTo>
                <a:lnTo>
                  <a:pt x="0" y="0"/>
                </a:lnTo>
                <a:close/>
              </a:path>
            </a:pathLst>
          </a:custGeom>
          <a:solidFill>
            <a:srgbClr val="6C757D"/>
          </a:solidFill>
          <a:ln/>
        </p:spPr>
      </p:sp>
      <p:sp>
        <p:nvSpPr>
          <p:cNvPr id="11" name="Text 9"/>
          <p:cNvSpPr/>
          <p:nvPr/>
        </p:nvSpPr>
        <p:spPr>
          <a:xfrm>
            <a:off x="609600" y="2309813"/>
            <a:ext cx="6457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C75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Innovation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600" y="2728913"/>
            <a:ext cx="64293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Contactless operation with fill-level awareness prevents overflow and maintains hygiene through intelligent feedback control.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0050" y="3438525"/>
            <a:ext cx="38100" cy="1371600"/>
          </a:xfrm>
          <a:custGeom>
            <a:avLst/>
            <a:gdLst/>
            <a:ahLst/>
            <a:cxnLst/>
            <a:rect l="l" t="t" r="r" b="b"/>
            <a:pathLst>
              <a:path w="38100" h="1371600">
                <a:moveTo>
                  <a:pt x="0" y="0"/>
                </a:moveTo>
                <a:lnTo>
                  <a:pt x="38100" y="0"/>
                </a:lnTo>
                <a:lnTo>
                  <a:pt x="381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solidFill>
            <a:srgbClr val="6C757D"/>
          </a:solidFill>
          <a:ln/>
        </p:spPr>
      </p:sp>
      <p:sp>
        <p:nvSpPr>
          <p:cNvPr id="14" name="Text 12"/>
          <p:cNvSpPr/>
          <p:nvPr/>
        </p:nvSpPr>
        <p:spPr>
          <a:xfrm>
            <a:off x="609600" y="3438525"/>
            <a:ext cx="6457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C75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Features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3413" y="38957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39FF14"/>
          </a:solidFill>
          <a:ln/>
        </p:spPr>
      </p:sp>
      <p:sp>
        <p:nvSpPr>
          <p:cNvPr id="16" name="Text 14"/>
          <p:cNvSpPr/>
          <p:nvPr/>
        </p:nvSpPr>
        <p:spPr>
          <a:xfrm>
            <a:off x="938213" y="3857625"/>
            <a:ext cx="2057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status indication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3413" y="42386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39FF14"/>
          </a:solidFill>
          <a:ln/>
        </p:spPr>
      </p:sp>
      <p:sp>
        <p:nvSpPr>
          <p:cNvPr id="18" name="Text 16"/>
          <p:cNvSpPr/>
          <p:nvPr/>
        </p:nvSpPr>
        <p:spPr>
          <a:xfrm>
            <a:off x="938213" y="4200525"/>
            <a:ext cx="2114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Safe and efficient operation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3413" y="45815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39FF14"/>
          </a:solidFill>
          <a:ln/>
        </p:spPr>
      </p:sp>
      <p:sp>
        <p:nvSpPr>
          <p:cNvPr id="20" name="Text 18"/>
          <p:cNvSpPr/>
          <p:nvPr/>
        </p:nvSpPr>
        <p:spPr>
          <a:xfrm>
            <a:off x="938213" y="4543425"/>
            <a:ext cx="2771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Practical sensor-actuator integration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191375" y="1190625"/>
            <a:ext cx="4610100" cy="3028950"/>
          </a:xfrm>
          <a:custGeom>
            <a:avLst/>
            <a:gdLst/>
            <a:ahLst/>
            <a:cxnLst/>
            <a:rect l="l" t="t" r="r" b="b"/>
            <a:pathLst>
              <a:path w="4610100" h="3028950">
                <a:moveTo>
                  <a:pt x="76208" y="0"/>
                </a:moveTo>
                <a:lnTo>
                  <a:pt x="4533892" y="0"/>
                </a:lnTo>
                <a:cubicBezTo>
                  <a:pt x="4575980" y="0"/>
                  <a:pt x="4610100" y="34120"/>
                  <a:pt x="4610100" y="76208"/>
                </a:cubicBezTo>
                <a:lnTo>
                  <a:pt x="4610100" y="2952742"/>
                </a:lnTo>
                <a:cubicBezTo>
                  <a:pt x="4610100" y="2994830"/>
                  <a:pt x="4575980" y="3028950"/>
                  <a:pt x="4533892" y="3028950"/>
                </a:cubicBezTo>
                <a:lnTo>
                  <a:pt x="76208" y="3028950"/>
                </a:lnTo>
                <a:cubicBezTo>
                  <a:pt x="34120" y="3028950"/>
                  <a:pt x="0" y="2994830"/>
                  <a:pt x="0" y="295274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6C757D"/>
            </a:solidFill>
            <a:prstDash val="solid"/>
          </a:ln>
        </p:spPr>
      </p:sp>
      <p:pic>
        <p:nvPicPr>
          <p:cNvPr id="22" name="Image 0" descr="https://kimi-web-img.moonshot.cn/img/quartzcomponents.com/5cdf00549d06a21f8ca063b38f1c9b378c7bef6c.jpg"/>
          <p:cNvPicPr>
            <a:picLocks noChangeAspect="1"/>
          </p:cNvPicPr>
          <p:nvPr/>
        </p:nvPicPr>
        <p:blipFill>
          <a:blip r:embed="rId3"/>
          <a:srcRect t="17220" b="17220"/>
          <a:stretch/>
        </p:blipFill>
        <p:spPr>
          <a:xfrm>
            <a:off x="7200900" y="1200150"/>
            <a:ext cx="4591050" cy="3009900"/>
          </a:xfrm>
          <a:prstGeom prst="roundRect">
            <a:avLst>
              <a:gd name="adj" fmla="val 2532"/>
            </a:avLst>
          </a:prstGeom>
        </p:spPr>
      </p:pic>
      <p:sp>
        <p:nvSpPr>
          <p:cNvPr id="23" name="Shape 20"/>
          <p:cNvSpPr/>
          <p:nvPr/>
        </p:nvSpPr>
        <p:spPr>
          <a:xfrm>
            <a:off x="7191375" y="4391025"/>
            <a:ext cx="4610100" cy="1276350"/>
          </a:xfrm>
          <a:custGeom>
            <a:avLst/>
            <a:gdLst/>
            <a:ahLst/>
            <a:cxnLst/>
            <a:rect l="l" t="t" r="r" b="b"/>
            <a:pathLst>
              <a:path w="4610100" h="1276350">
                <a:moveTo>
                  <a:pt x="76198" y="0"/>
                </a:moveTo>
                <a:lnTo>
                  <a:pt x="4533902" y="0"/>
                </a:lnTo>
                <a:cubicBezTo>
                  <a:pt x="4575985" y="0"/>
                  <a:pt x="4610100" y="34115"/>
                  <a:pt x="4610100" y="76198"/>
                </a:cubicBezTo>
                <a:lnTo>
                  <a:pt x="4610100" y="1200152"/>
                </a:lnTo>
                <a:cubicBezTo>
                  <a:pt x="4610100" y="1242235"/>
                  <a:pt x="4575985" y="1276350"/>
                  <a:pt x="4533902" y="1276350"/>
                </a:cubicBezTo>
                <a:lnTo>
                  <a:pt x="76198" y="1276350"/>
                </a:lnTo>
                <a:cubicBezTo>
                  <a:pt x="34115" y="1276350"/>
                  <a:pt x="0" y="1242235"/>
                  <a:pt x="0" y="120015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39FF1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10438" y="4552950"/>
            <a:ext cx="4371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39FF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Components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362825" y="49720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26164" y="3423"/>
                </a:moveTo>
                <a:cubicBezTo>
                  <a:pt x="22800" y="1369"/>
                  <a:pt x="18395" y="2471"/>
                  <a:pt x="16341" y="5834"/>
                </a:cubicBezTo>
                <a:cubicBezTo>
                  <a:pt x="8959" y="18038"/>
                  <a:pt x="4733" y="32355"/>
                  <a:pt x="4733" y="47625"/>
                </a:cubicBezTo>
                <a:cubicBezTo>
                  <a:pt x="4733" y="62895"/>
                  <a:pt x="8959" y="77212"/>
                  <a:pt x="16341" y="89416"/>
                </a:cubicBezTo>
                <a:cubicBezTo>
                  <a:pt x="18395" y="92779"/>
                  <a:pt x="22771" y="93881"/>
                  <a:pt x="26164" y="91827"/>
                </a:cubicBezTo>
                <a:cubicBezTo>
                  <a:pt x="29557" y="89773"/>
                  <a:pt x="30629" y="85398"/>
                  <a:pt x="28575" y="82004"/>
                </a:cubicBezTo>
                <a:cubicBezTo>
                  <a:pt x="22533" y="72003"/>
                  <a:pt x="19050" y="60216"/>
                  <a:pt x="19050" y="47625"/>
                </a:cubicBezTo>
                <a:cubicBezTo>
                  <a:pt x="19050" y="35034"/>
                  <a:pt x="22533" y="23247"/>
                  <a:pt x="28605" y="13216"/>
                </a:cubicBezTo>
                <a:cubicBezTo>
                  <a:pt x="30659" y="9852"/>
                  <a:pt x="29557" y="5447"/>
                  <a:pt x="26194" y="3393"/>
                </a:cubicBezTo>
                <a:close/>
                <a:moveTo>
                  <a:pt x="145256" y="3423"/>
                </a:moveTo>
                <a:cubicBezTo>
                  <a:pt x="141893" y="5477"/>
                  <a:pt x="140791" y="9852"/>
                  <a:pt x="142845" y="13246"/>
                </a:cubicBezTo>
                <a:cubicBezTo>
                  <a:pt x="148917" y="23277"/>
                  <a:pt x="152400" y="35064"/>
                  <a:pt x="152400" y="47655"/>
                </a:cubicBezTo>
                <a:cubicBezTo>
                  <a:pt x="152400" y="60246"/>
                  <a:pt x="148917" y="72033"/>
                  <a:pt x="142845" y="82064"/>
                </a:cubicBezTo>
                <a:cubicBezTo>
                  <a:pt x="140791" y="85427"/>
                  <a:pt x="141893" y="89833"/>
                  <a:pt x="145256" y="91886"/>
                </a:cubicBezTo>
                <a:cubicBezTo>
                  <a:pt x="148620" y="93940"/>
                  <a:pt x="153025" y="92839"/>
                  <a:pt x="155079" y="89475"/>
                </a:cubicBezTo>
                <a:cubicBezTo>
                  <a:pt x="162461" y="77272"/>
                  <a:pt x="166688" y="62954"/>
                  <a:pt x="166688" y="47685"/>
                </a:cubicBezTo>
                <a:cubicBezTo>
                  <a:pt x="166688" y="32415"/>
                  <a:pt x="162461" y="18038"/>
                  <a:pt x="155079" y="5834"/>
                </a:cubicBezTo>
                <a:cubicBezTo>
                  <a:pt x="153025" y="2471"/>
                  <a:pt x="148650" y="1369"/>
                  <a:pt x="145256" y="3423"/>
                </a:cubicBezTo>
                <a:close/>
                <a:moveTo>
                  <a:pt x="95250" y="64115"/>
                </a:moveTo>
                <a:cubicBezTo>
                  <a:pt x="100935" y="60811"/>
                  <a:pt x="104775" y="54679"/>
                  <a:pt x="104775" y="47625"/>
                </a:cubicBezTo>
                <a:cubicBezTo>
                  <a:pt x="104775" y="37118"/>
                  <a:pt x="96232" y="28575"/>
                  <a:pt x="85725" y="28575"/>
                </a:cubicBezTo>
                <a:cubicBezTo>
                  <a:pt x="75218" y="28575"/>
                  <a:pt x="66675" y="37118"/>
                  <a:pt x="66675" y="47625"/>
                </a:cubicBezTo>
                <a:cubicBezTo>
                  <a:pt x="66675" y="54679"/>
                  <a:pt x="70515" y="60841"/>
                  <a:pt x="76200" y="64115"/>
                </a:cubicBezTo>
                <a:lnTo>
                  <a:pt x="76200" y="142875"/>
                </a:lnTo>
                <a:cubicBezTo>
                  <a:pt x="76200" y="148144"/>
                  <a:pt x="80456" y="152400"/>
                  <a:pt x="85725" y="152400"/>
                </a:cubicBezTo>
                <a:cubicBezTo>
                  <a:pt x="90994" y="152400"/>
                  <a:pt x="95250" y="148144"/>
                  <a:pt x="95250" y="142875"/>
                </a:cubicBezTo>
                <a:lnTo>
                  <a:pt x="95250" y="64115"/>
                </a:lnTo>
                <a:close/>
                <a:moveTo>
                  <a:pt x="53638" y="27087"/>
                </a:moveTo>
                <a:cubicBezTo>
                  <a:pt x="55781" y="23753"/>
                  <a:pt x="54799" y="19348"/>
                  <a:pt x="51495" y="17205"/>
                </a:cubicBezTo>
                <a:cubicBezTo>
                  <a:pt x="48191" y="15061"/>
                  <a:pt x="43755" y="16044"/>
                  <a:pt x="41612" y="19348"/>
                </a:cubicBezTo>
                <a:cubicBezTo>
                  <a:pt x="36374" y="27503"/>
                  <a:pt x="33338" y="37207"/>
                  <a:pt x="33338" y="47625"/>
                </a:cubicBezTo>
                <a:cubicBezTo>
                  <a:pt x="33338" y="58043"/>
                  <a:pt x="36374" y="67747"/>
                  <a:pt x="41612" y="75902"/>
                </a:cubicBezTo>
                <a:cubicBezTo>
                  <a:pt x="43755" y="79236"/>
                  <a:pt x="48161" y="80189"/>
                  <a:pt x="51495" y="78045"/>
                </a:cubicBezTo>
                <a:cubicBezTo>
                  <a:pt x="54828" y="75902"/>
                  <a:pt x="55781" y="71497"/>
                  <a:pt x="53638" y="68163"/>
                </a:cubicBezTo>
                <a:cubicBezTo>
                  <a:pt x="49828" y="62240"/>
                  <a:pt x="47625" y="55185"/>
                  <a:pt x="47625" y="47625"/>
                </a:cubicBezTo>
                <a:cubicBezTo>
                  <a:pt x="47625" y="40065"/>
                  <a:pt x="49828" y="33010"/>
                  <a:pt x="53638" y="27087"/>
                </a:cubicBezTo>
                <a:close/>
                <a:moveTo>
                  <a:pt x="129838" y="19348"/>
                </a:moveTo>
                <a:cubicBezTo>
                  <a:pt x="127695" y="16014"/>
                  <a:pt x="123289" y="15061"/>
                  <a:pt x="119955" y="17205"/>
                </a:cubicBezTo>
                <a:cubicBezTo>
                  <a:pt x="116622" y="19348"/>
                  <a:pt x="115669" y="23753"/>
                  <a:pt x="117812" y="27087"/>
                </a:cubicBezTo>
                <a:cubicBezTo>
                  <a:pt x="121622" y="33010"/>
                  <a:pt x="123825" y="40065"/>
                  <a:pt x="123825" y="47625"/>
                </a:cubicBezTo>
                <a:cubicBezTo>
                  <a:pt x="123825" y="55185"/>
                  <a:pt x="121622" y="62240"/>
                  <a:pt x="117812" y="68163"/>
                </a:cubicBezTo>
                <a:cubicBezTo>
                  <a:pt x="115669" y="71497"/>
                  <a:pt x="116651" y="75902"/>
                  <a:pt x="119955" y="78045"/>
                </a:cubicBezTo>
                <a:cubicBezTo>
                  <a:pt x="123259" y="80189"/>
                  <a:pt x="127695" y="79206"/>
                  <a:pt x="129838" y="75902"/>
                </a:cubicBezTo>
                <a:cubicBezTo>
                  <a:pt x="135076" y="67747"/>
                  <a:pt x="138113" y="58043"/>
                  <a:pt x="138113" y="47625"/>
                </a:cubicBezTo>
                <a:cubicBezTo>
                  <a:pt x="138113" y="37207"/>
                  <a:pt x="135076" y="27503"/>
                  <a:pt x="129838" y="19348"/>
                </a:cubicBezTo>
                <a:close/>
              </a:path>
            </a:pathLst>
          </a:custGeom>
          <a:solidFill>
            <a:srgbClr val="39FF14"/>
          </a:solidFill>
          <a:ln/>
        </p:spPr>
      </p:sp>
      <p:sp>
        <p:nvSpPr>
          <p:cNvPr id="26" name="Text 23"/>
          <p:cNvSpPr/>
          <p:nvPr/>
        </p:nvSpPr>
        <p:spPr>
          <a:xfrm>
            <a:off x="7620000" y="4933950"/>
            <a:ext cx="933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2x Ultrasonic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9572625" y="49720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8073" y="2828"/>
                </a:moveTo>
                <a:cubicBezTo>
                  <a:pt x="58966" y="-1578"/>
                  <a:pt x="62865" y="-4762"/>
                  <a:pt x="67389" y="-4762"/>
                </a:cubicBezTo>
                <a:lnTo>
                  <a:pt x="85189" y="-4762"/>
                </a:lnTo>
                <a:cubicBezTo>
                  <a:pt x="89714" y="-4762"/>
                  <a:pt x="93613" y="-1578"/>
                  <a:pt x="94506" y="2828"/>
                </a:cubicBezTo>
                <a:lnTo>
                  <a:pt x="98822" y="23664"/>
                </a:lnTo>
                <a:cubicBezTo>
                  <a:pt x="103019" y="25450"/>
                  <a:pt x="106948" y="27742"/>
                  <a:pt x="110520" y="30450"/>
                </a:cubicBezTo>
                <a:lnTo>
                  <a:pt x="130701" y="23753"/>
                </a:lnTo>
                <a:cubicBezTo>
                  <a:pt x="134987" y="22324"/>
                  <a:pt x="139690" y="24110"/>
                  <a:pt x="141952" y="28039"/>
                </a:cubicBezTo>
                <a:lnTo>
                  <a:pt x="150852" y="43458"/>
                </a:lnTo>
                <a:cubicBezTo>
                  <a:pt x="153114" y="47387"/>
                  <a:pt x="152311" y="52328"/>
                  <a:pt x="148917" y="55334"/>
                </a:cubicBezTo>
                <a:lnTo>
                  <a:pt x="133052" y="69443"/>
                </a:lnTo>
                <a:cubicBezTo>
                  <a:pt x="133320" y="71646"/>
                  <a:pt x="133439" y="73908"/>
                  <a:pt x="133439" y="76200"/>
                </a:cubicBezTo>
                <a:cubicBezTo>
                  <a:pt x="133439" y="78492"/>
                  <a:pt x="133290" y="80754"/>
                  <a:pt x="133052" y="82957"/>
                </a:cubicBezTo>
                <a:lnTo>
                  <a:pt x="148947" y="97095"/>
                </a:lnTo>
                <a:cubicBezTo>
                  <a:pt x="152340" y="100102"/>
                  <a:pt x="153114" y="105073"/>
                  <a:pt x="150882" y="108972"/>
                </a:cubicBezTo>
                <a:lnTo>
                  <a:pt x="141982" y="124391"/>
                </a:lnTo>
                <a:cubicBezTo>
                  <a:pt x="139720" y="128290"/>
                  <a:pt x="135017" y="130106"/>
                  <a:pt x="130731" y="128677"/>
                </a:cubicBezTo>
                <a:lnTo>
                  <a:pt x="110550" y="121980"/>
                </a:lnTo>
                <a:cubicBezTo>
                  <a:pt x="106948" y="124688"/>
                  <a:pt x="103019" y="126950"/>
                  <a:pt x="98852" y="128766"/>
                </a:cubicBezTo>
                <a:lnTo>
                  <a:pt x="94565" y="149572"/>
                </a:lnTo>
                <a:cubicBezTo>
                  <a:pt x="93643" y="154007"/>
                  <a:pt x="89743" y="157163"/>
                  <a:pt x="85249" y="157163"/>
                </a:cubicBezTo>
                <a:lnTo>
                  <a:pt x="67449" y="157163"/>
                </a:lnTo>
                <a:cubicBezTo>
                  <a:pt x="62925" y="157163"/>
                  <a:pt x="59025" y="153978"/>
                  <a:pt x="58132" y="149572"/>
                </a:cubicBezTo>
                <a:lnTo>
                  <a:pt x="53846" y="128766"/>
                </a:lnTo>
                <a:cubicBezTo>
                  <a:pt x="49649" y="126980"/>
                  <a:pt x="45750" y="124688"/>
                  <a:pt x="42148" y="121980"/>
                </a:cubicBezTo>
                <a:lnTo>
                  <a:pt x="21878" y="128677"/>
                </a:lnTo>
                <a:cubicBezTo>
                  <a:pt x="17591" y="130106"/>
                  <a:pt x="12889" y="128320"/>
                  <a:pt x="10626" y="124391"/>
                </a:cubicBezTo>
                <a:lnTo>
                  <a:pt x="1726" y="108972"/>
                </a:lnTo>
                <a:cubicBezTo>
                  <a:pt x="-536" y="105043"/>
                  <a:pt x="268" y="100102"/>
                  <a:pt x="3661" y="97095"/>
                </a:cubicBezTo>
                <a:lnTo>
                  <a:pt x="19556" y="82957"/>
                </a:lnTo>
                <a:cubicBezTo>
                  <a:pt x="19288" y="80754"/>
                  <a:pt x="19169" y="78492"/>
                  <a:pt x="19169" y="76200"/>
                </a:cubicBezTo>
                <a:cubicBezTo>
                  <a:pt x="19169" y="73908"/>
                  <a:pt x="19318" y="71646"/>
                  <a:pt x="19556" y="69443"/>
                </a:cubicBezTo>
                <a:lnTo>
                  <a:pt x="3661" y="55305"/>
                </a:lnTo>
                <a:cubicBezTo>
                  <a:pt x="268" y="52298"/>
                  <a:pt x="-506" y="47327"/>
                  <a:pt x="1726" y="43428"/>
                </a:cubicBezTo>
                <a:lnTo>
                  <a:pt x="10626" y="28009"/>
                </a:lnTo>
                <a:cubicBezTo>
                  <a:pt x="12889" y="24080"/>
                  <a:pt x="17591" y="22294"/>
                  <a:pt x="21878" y="23723"/>
                </a:cubicBezTo>
                <a:lnTo>
                  <a:pt x="42059" y="30420"/>
                </a:lnTo>
                <a:cubicBezTo>
                  <a:pt x="45660" y="27712"/>
                  <a:pt x="49590" y="25450"/>
                  <a:pt x="53757" y="23634"/>
                </a:cubicBezTo>
                <a:lnTo>
                  <a:pt x="58073" y="2828"/>
                </a:lnTo>
                <a:close/>
                <a:moveTo>
                  <a:pt x="76289" y="100013"/>
                </a:moveTo>
                <a:cubicBezTo>
                  <a:pt x="84797" y="99981"/>
                  <a:pt x="92641" y="95412"/>
                  <a:pt x="96867" y="88029"/>
                </a:cubicBezTo>
                <a:cubicBezTo>
                  <a:pt x="101093" y="80645"/>
                  <a:pt x="101059" y="71568"/>
                  <a:pt x="96778" y="64216"/>
                </a:cubicBezTo>
                <a:cubicBezTo>
                  <a:pt x="92496" y="56865"/>
                  <a:pt x="84618" y="52356"/>
                  <a:pt x="76111" y="52387"/>
                </a:cubicBezTo>
                <a:cubicBezTo>
                  <a:pt x="67603" y="52419"/>
                  <a:pt x="59759" y="56988"/>
                  <a:pt x="55533" y="64371"/>
                </a:cubicBezTo>
                <a:cubicBezTo>
                  <a:pt x="51307" y="71755"/>
                  <a:pt x="51341" y="80832"/>
                  <a:pt x="55622" y="88184"/>
                </a:cubicBezTo>
                <a:cubicBezTo>
                  <a:pt x="59904" y="95535"/>
                  <a:pt x="67782" y="100044"/>
                  <a:pt x="76289" y="100013"/>
                </a:cubicBezTo>
                <a:close/>
              </a:path>
            </a:pathLst>
          </a:custGeom>
          <a:solidFill>
            <a:srgbClr val="39FF14"/>
          </a:solidFill>
          <a:ln/>
        </p:spPr>
      </p:sp>
      <p:sp>
        <p:nvSpPr>
          <p:cNvPr id="28" name="Text 25"/>
          <p:cNvSpPr/>
          <p:nvPr/>
        </p:nvSpPr>
        <p:spPr>
          <a:xfrm>
            <a:off x="9820275" y="4933950"/>
            <a:ext cx="895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Servo Motor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7372350" y="53149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2388" y="7144"/>
                </a:moveTo>
                <a:cubicBezTo>
                  <a:pt x="52388" y="3185"/>
                  <a:pt x="49203" y="0"/>
                  <a:pt x="45244" y="0"/>
                </a:cubicBezTo>
                <a:cubicBezTo>
                  <a:pt x="41285" y="0"/>
                  <a:pt x="38100" y="3185"/>
                  <a:pt x="38100" y="7144"/>
                </a:cubicBezTo>
                <a:lnTo>
                  <a:pt x="38100" y="19050"/>
                </a:lnTo>
                <a:cubicBezTo>
                  <a:pt x="27593" y="19050"/>
                  <a:pt x="19050" y="27593"/>
                  <a:pt x="19050" y="38100"/>
                </a:cubicBezTo>
                <a:lnTo>
                  <a:pt x="7144" y="38100"/>
                </a:lnTo>
                <a:cubicBezTo>
                  <a:pt x="3185" y="38100"/>
                  <a:pt x="0" y="41285"/>
                  <a:pt x="0" y="45244"/>
                </a:cubicBezTo>
                <a:cubicBezTo>
                  <a:pt x="0" y="49203"/>
                  <a:pt x="3185" y="52388"/>
                  <a:pt x="7144" y="52388"/>
                </a:cubicBezTo>
                <a:lnTo>
                  <a:pt x="19050" y="52388"/>
                </a:lnTo>
                <a:lnTo>
                  <a:pt x="19050" y="69056"/>
                </a:lnTo>
                <a:lnTo>
                  <a:pt x="7144" y="69056"/>
                </a:lnTo>
                <a:cubicBezTo>
                  <a:pt x="3185" y="69056"/>
                  <a:pt x="0" y="72241"/>
                  <a:pt x="0" y="76200"/>
                </a:cubicBezTo>
                <a:cubicBezTo>
                  <a:pt x="0" y="80159"/>
                  <a:pt x="3185" y="83344"/>
                  <a:pt x="7144" y="83344"/>
                </a:cubicBezTo>
                <a:lnTo>
                  <a:pt x="19050" y="83344"/>
                </a:lnTo>
                <a:lnTo>
                  <a:pt x="19050" y="100013"/>
                </a:lnTo>
                <a:lnTo>
                  <a:pt x="7144" y="100013"/>
                </a:lnTo>
                <a:cubicBezTo>
                  <a:pt x="3185" y="100013"/>
                  <a:pt x="0" y="103197"/>
                  <a:pt x="0" y="107156"/>
                </a:cubicBezTo>
                <a:cubicBezTo>
                  <a:pt x="0" y="111115"/>
                  <a:pt x="3185" y="114300"/>
                  <a:pt x="7144" y="114300"/>
                </a:cubicBezTo>
                <a:lnTo>
                  <a:pt x="19050" y="114300"/>
                </a:lnTo>
                <a:cubicBezTo>
                  <a:pt x="19050" y="124807"/>
                  <a:pt x="27593" y="133350"/>
                  <a:pt x="38100" y="133350"/>
                </a:cubicBezTo>
                <a:lnTo>
                  <a:pt x="38100" y="145256"/>
                </a:lnTo>
                <a:cubicBezTo>
                  <a:pt x="38100" y="149215"/>
                  <a:pt x="41285" y="152400"/>
                  <a:pt x="45244" y="152400"/>
                </a:cubicBezTo>
                <a:cubicBezTo>
                  <a:pt x="49203" y="152400"/>
                  <a:pt x="52388" y="149215"/>
                  <a:pt x="52388" y="145256"/>
                </a:cubicBezTo>
                <a:lnTo>
                  <a:pt x="52388" y="133350"/>
                </a:lnTo>
                <a:lnTo>
                  <a:pt x="69056" y="133350"/>
                </a:lnTo>
                <a:lnTo>
                  <a:pt x="69056" y="145256"/>
                </a:lnTo>
                <a:cubicBezTo>
                  <a:pt x="69056" y="149215"/>
                  <a:pt x="72241" y="152400"/>
                  <a:pt x="76200" y="152400"/>
                </a:cubicBezTo>
                <a:cubicBezTo>
                  <a:pt x="80159" y="152400"/>
                  <a:pt x="83344" y="149215"/>
                  <a:pt x="83344" y="145256"/>
                </a:cubicBezTo>
                <a:lnTo>
                  <a:pt x="83344" y="133350"/>
                </a:lnTo>
                <a:lnTo>
                  <a:pt x="100013" y="133350"/>
                </a:lnTo>
                <a:lnTo>
                  <a:pt x="100013" y="145256"/>
                </a:lnTo>
                <a:cubicBezTo>
                  <a:pt x="100013" y="149215"/>
                  <a:pt x="103197" y="152400"/>
                  <a:pt x="107156" y="152400"/>
                </a:cubicBezTo>
                <a:cubicBezTo>
                  <a:pt x="111115" y="152400"/>
                  <a:pt x="114300" y="149215"/>
                  <a:pt x="114300" y="145256"/>
                </a:cubicBezTo>
                <a:lnTo>
                  <a:pt x="114300" y="133350"/>
                </a:lnTo>
                <a:cubicBezTo>
                  <a:pt x="124807" y="133350"/>
                  <a:pt x="133350" y="124807"/>
                  <a:pt x="133350" y="114300"/>
                </a:cubicBezTo>
                <a:lnTo>
                  <a:pt x="145256" y="114300"/>
                </a:lnTo>
                <a:cubicBezTo>
                  <a:pt x="149215" y="114300"/>
                  <a:pt x="152400" y="111115"/>
                  <a:pt x="152400" y="107156"/>
                </a:cubicBezTo>
                <a:cubicBezTo>
                  <a:pt x="152400" y="103197"/>
                  <a:pt x="149215" y="100013"/>
                  <a:pt x="145256" y="100013"/>
                </a:cubicBezTo>
                <a:lnTo>
                  <a:pt x="133350" y="100013"/>
                </a:lnTo>
                <a:lnTo>
                  <a:pt x="133350" y="83344"/>
                </a:lnTo>
                <a:lnTo>
                  <a:pt x="145256" y="83344"/>
                </a:lnTo>
                <a:cubicBezTo>
                  <a:pt x="149215" y="83344"/>
                  <a:pt x="152400" y="80159"/>
                  <a:pt x="152400" y="76200"/>
                </a:cubicBezTo>
                <a:cubicBezTo>
                  <a:pt x="152400" y="72241"/>
                  <a:pt x="149215" y="69056"/>
                  <a:pt x="145256" y="69056"/>
                </a:cubicBezTo>
                <a:lnTo>
                  <a:pt x="133350" y="69056"/>
                </a:lnTo>
                <a:lnTo>
                  <a:pt x="133350" y="52388"/>
                </a:lnTo>
                <a:lnTo>
                  <a:pt x="145256" y="52388"/>
                </a:lnTo>
                <a:cubicBezTo>
                  <a:pt x="149215" y="52388"/>
                  <a:pt x="152400" y="49203"/>
                  <a:pt x="152400" y="45244"/>
                </a:cubicBezTo>
                <a:cubicBezTo>
                  <a:pt x="152400" y="41285"/>
                  <a:pt x="149215" y="38100"/>
                  <a:pt x="145256" y="38100"/>
                </a:cubicBezTo>
                <a:lnTo>
                  <a:pt x="133350" y="38100"/>
                </a:lnTo>
                <a:cubicBezTo>
                  <a:pt x="133350" y="27593"/>
                  <a:pt x="124807" y="19050"/>
                  <a:pt x="114300" y="19050"/>
                </a:cubicBezTo>
                <a:lnTo>
                  <a:pt x="114300" y="7144"/>
                </a:lnTo>
                <a:cubicBezTo>
                  <a:pt x="114300" y="3185"/>
                  <a:pt x="111115" y="0"/>
                  <a:pt x="107156" y="0"/>
                </a:cubicBezTo>
                <a:cubicBezTo>
                  <a:pt x="103197" y="0"/>
                  <a:pt x="100013" y="3185"/>
                  <a:pt x="100013" y="7144"/>
                </a:cubicBezTo>
                <a:lnTo>
                  <a:pt x="100013" y="19050"/>
                </a:lnTo>
                <a:lnTo>
                  <a:pt x="83344" y="19050"/>
                </a:lnTo>
                <a:lnTo>
                  <a:pt x="83344" y="7144"/>
                </a:lnTo>
                <a:cubicBezTo>
                  <a:pt x="83344" y="3185"/>
                  <a:pt x="80159" y="0"/>
                  <a:pt x="76200" y="0"/>
                </a:cubicBezTo>
                <a:cubicBezTo>
                  <a:pt x="72241" y="0"/>
                  <a:pt x="69056" y="3185"/>
                  <a:pt x="69056" y="7144"/>
                </a:cubicBezTo>
                <a:lnTo>
                  <a:pt x="69056" y="19050"/>
                </a:lnTo>
                <a:lnTo>
                  <a:pt x="52388" y="19050"/>
                </a:lnTo>
                <a:lnTo>
                  <a:pt x="52388" y="7144"/>
                </a:lnTo>
                <a:close/>
                <a:moveTo>
                  <a:pt x="47625" y="38100"/>
                </a:moveTo>
                <a:lnTo>
                  <a:pt x="104775" y="38100"/>
                </a:lnTo>
                <a:cubicBezTo>
                  <a:pt x="110044" y="38100"/>
                  <a:pt x="114300" y="42356"/>
                  <a:pt x="114300" y="47625"/>
                </a:cubicBezTo>
                <a:lnTo>
                  <a:pt x="114300" y="104775"/>
                </a:lnTo>
                <a:cubicBezTo>
                  <a:pt x="114300" y="110044"/>
                  <a:pt x="110044" y="114300"/>
                  <a:pt x="104775" y="114300"/>
                </a:cubicBezTo>
                <a:lnTo>
                  <a:pt x="47625" y="114300"/>
                </a:lnTo>
                <a:cubicBezTo>
                  <a:pt x="42356" y="114300"/>
                  <a:pt x="38100" y="110044"/>
                  <a:pt x="38100" y="104775"/>
                </a:cubicBezTo>
                <a:lnTo>
                  <a:pt x="38100" y="47625"/>
                </a:lnTo>
                <a:cubicBezTo>
                  <a:pt x="38100" y="42356"/>
                  <a:pt x="42356" y="38100"/>
                  <a:pt x="47625" y="38100"/>
                </a:cubicBezTo>
                <a:close/>
                <a:moveTo>
                  <a:pt x="52388" y="52388"/>
                </a:moveTo>
                <a:lnTo>
                  <a:pt x="52388" y="100013"/>
                </a:lnTo>
                <a:lnTo>
                  <a:pt x="100013" y="100013"/>
                </a:lnTo>
                <a:lnTo>
                  <a:pt x="100013" y="52388"/>
                </a:lnTo>
                <a:lnTo>
                  <a:pt x="52388" y="52388"/>
                </a:lnTo>
                <a:close/>
              </a:path>
            </a:pathLst>
          </a:custGeom>
          <a:solidFill>
            <a:srgbClr val="39FF14"/>
          </a:solidFill>
          <a:ln/>
        </p:spPr>
      </p:sp>
      <p:sp>
        <p:nvSpPr>
          <p:cNvPr id="30" name="Text 27"/>
          <p:cNvSpPr/>
          <p:nvPr/>
        </p:nvSpPr>
        <p:spPr>
          <a:xfrm>
            <a:off x="7620000" y="5276850"/>
            <a:ext cx="1038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ESP DEVKIT V1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9591675" y="53149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39FF14"/>
          </a:solidFill>
          <a:ln/>
        </p:spPr>
      </p:sp>
      <p:sp>
        <p:nvSpPr>
          <p:cNvPr id="32" name="Text 29"/>
          <p:cNvSpPr/>
          <p:nvPr/>
        </p:nvSpPr>
        <p:spPr>
          <a:xfrm>
            <a:off x="9820275" y="5276850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LED Indicators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175" y="384175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>
                <a:moveTo>
                  <a:pt x="76199" y="0"/>
                </a:moveTo>
                <a:lnTo>
                  <a:pt x="377826" y="0"/>
                </a:lnTo>
                <a:cubicBezTo>
                  <a:pt x="419910" y="0"/>
                  <a:pt x="454025" y="34115"/>
                  <a:pt x="454025" y="76199"/>
                </a:cubicBezTo>
                <a:lnTo>
                  <a:pt x="454025" y="377826"/>
                </a:lnTo>
                <a:cubicBezTo>
                  <a:pt x="454025" y="419910"/>
                  <a:pt x="419910" y="454025"/>
                  <a:pt x="377826" y="454025"/>
                </a:cubicBezTo>
                <a:lnTo>
                  <a:pt x="76199" y="454025"/>
                </a:lnTo>
                <a:cubicBezTo>
                  <a:pt x="34115" y="454025"/>
                  <a:pt x="0" y="419910"/>
                  <a:pt x="0" y="3778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39FF14">
              <a:alpha val="20000"/>
            </a:srgbClr>
          </a:solidFill>
          <a:ln w="8467">
            <a:solidFill>
              <a:srgbClr val="39F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95300" y="495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39FF14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381000"/>
            <a:ext cx="5543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8F9F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Motivation &amp; Significance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914400"/>
            <a:ext cx="1828800" cy="38100"/>
          </a:xfrm>
          <a:custGeom>
            <a:avLst/>
            <a:gdLst/>
            <a:ahLst/>
            <a:cxnLst/>
            <a:rect l="l" t="t" r="r" b="b"/>
            <a:pathLst>
              <a:path w="1828800" h="38100">
                <a:moveTo>
                  <a:pt x="0" y="0"/>
                </a:moveTo>
                <a:lnTo>
                  <a:pt x="1828800" y="0"/>
                </a:lnTo>
                <a:lnTo>
                  <a:pt x="1828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9FF14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7" name="Shape 5"/>
          <p:cNvSpPr/>
          <p:nvPr/>
        </p:nvSpPr>
        <p:spPr>
          <a:xfrm>
            <a:off x="400050" y="1181100"/>
            <a:ext cx="38100" cy="2495550"/>
          </a:xfrm>
          <a:custGeom>
            <a:avLst/>
            <a:gdLst/>
            <a:ahLst/>
            <a:cxnLst/>
            <a:rect l="l" t="t" r="r" b="b"/>
            <a:pathLst>
              <a:path w="38100" h="2495550">
                <a:moveTo>
                  <a:pt x="0" y="0"/>
                </a:moveTo>
                <a:lnTo>
                  <a:pt x="38100" y="0"/>
                </a:lnTo>
                <a:lnTo>
                  <a:pt x="38100" y="2495550"/>
                </a:lnTo>
                <a:lnTo>
                  <a:pt x="0" y="2495550"/>
                </a:lnTo>
                <a:lnTo>
                  <a:pt x="0" y="0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8" name="Shape 6"/>
          <p:cNvSpPr/>
          <p:nvPr/>
        </p:nvSpPr>
        <p:spPr>
          <a:xfrm>
            <a:off x="647700" y="12096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93204" y="93204"/>
                </a:moveTo>
                <a:cubicBezTo>
                  <a:pt x="98450" y="87957"/>
                  <a:pt x="106933" y="87957"/>
                  <a:pt x="112123" y="93204"/>
                </a:cubicBezTo>
                <a:lnTo>
                  <a:pt x="142819" y="123899"/>
                </a:lnTo>
                <a:lnTo>
                  <a:pt x="173515" y="93204"/>
                </a:lnTo>
                <a:cubicBezTo>
                  <a:pt x="178761" y="87957"/>
                  <a:pt x="187244" y="87957"/>
                  <a:pt x="192435" y="93204"/>
                </a:cubicBezTo>
                <a:cubicBezTo>
                  <a:pt x="197625" y="98450"/>
                  <a:pt x="197681" y="106933"/>
                  <a:pt x="192435" y="112123"/>
                </a:cubicBezTo>
                <a:lnTo>
                  <a:pt x="161739" y="142819"/>
                </a:lnTo>
                <a:lnTo>
                  <a:pt x="192435" y="173515"/>
                </a:lnTo>
                <a:cubicBezTo>
                  <a:pt x="197681" y="178761"/>
                  <a:pt x="197681" y="187244"/>
                  <a:pt x="192435" y="192435"/>
                </a:cubicBezTo>
                <a:cubicBezTo>
                  <a:pt x="187189" y="197625"/>
                  <a:pt x="178705" y="197681"/>
                  <a:pt x="173515" y="192435"/>
                </a:cubicBezTo>
                <a:lnTo>
                  <a:pt x="142819" y="161739"/>
                </a:lnTo>
                <a:lnTo>
                  <a:pt x="112123" y="192435"/>
                </a:lnTo>
                <a:cubicBezTo>
                  <a:pt x="106877" y="197681"/>
                  <a:pt x="98394" y="197681"/>
                  <a:pt x="93204" y="192435"/>
                </a:cubicBezTo>
                <a:cubicBezTo>
                  <a:pt x="88013" y="187189"/>
                  <a:pt x="87957" y="178705"/>
                  <a:pt x="93204" y="173515"/>
                </a:cubicBezTo>
                <a:lnTo>
                  <a:pt x="123899" y="142819"/>
                </a:lnTo>
                <a:lnTo>
                  <a:pt x="93204" y="112123"/>
                </a:lnTo>
                <a:cubicBezTo>
                  <a:pt x="87957" y="106877"/>
                  <a:pt x="87957" y="98394"/>
                  <a:pt x="93204" y="93204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9" name="Text 7"/>
          <p:cNvSpPr/>
          <p:nvPr/>
        </p:nvSpPr>
        <p:spPr>
          <a:xfrm>
            <a:off x="1081088" y="1181100"/>
            <a:ext cx="13430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B2C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600" y="1676400"/>
            <a:ext cx="5467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Manual Operation Issues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" y="2019300"/>
            <a:ext cx="54483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DB5B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Physical contact spreads germs and creates hygiene risks in public spaces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600" y="2381250"/>
            <a:ext cx="5467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Existing Systems Limitations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9600" y="2724150"/>
            <a:ext cx="54483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DB5B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Lack fill-level awareness, leading to overflow and system misuse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9600" y="3086100"/>
            <a:ext cx="5467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Safety Concerns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429000"/>
            <a:ext cx="54483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DB5B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feedback mechanisms for safe operation and overflow prevention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29350" y="1181100"/>
            <a:ext cx="38100" cy="2495550"/>
          </a:xfrm>
          <a:custGeom>
            <a:avLst/>
            <a:gdLst/>
            <a:ahLst/>
            <a:cxnLst/>
            <a:rect l="l" t="t" r="r" b="b"/>
            <a:pathLst>
              <a:path w="38100" h="2495550">
                <a:moveTo>
                  <a:pt x="0" y="0"/>
                </a:moveTo>
                <a:lnTo>
                  <a:pt x="38100" y="0"/>
                </a:lnTo>
                <a:lnTo>
                  <a:pt x="38100" y="2495550"/>
                </a:lnTo>
                <a:lnTo>
                  <a:pt x="0" y="2495550"/>
                </a:lnTo>
                <a:lnTo>
                  <a:pt x="0" y="0"/>
                </a:lnTo>
                <a:close/>
              </a:path>
            </a:pathLst>
          </a:custGeom>
          <a:solidFill>
            <a:srgbClr val="39FF14"/>
          </a:solidFill>
          <a:ln/>
        </p:spPr>
      </p:sp>
      <p:sp>
        <p:nvSpPr>
          <p:cNvPr id="17" name="Shape 15"/>
          <p:cNvSpPr/>
          <p:nvPr/>
        </p:nvSpPr>
        <p:spPr>
          <a:xfrm>
            <a:off x="6477000" y="12096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89979" y="118709"/>
                </a:moveTo>
                <a:lnTo>
                  <a:pt x="145331" y="190147"/>
                </a:lnTo>
                <a:cubicBezTo>
                  <a:pt x="142987" y="193886"/>
                  <a:pt x="138968" y="196230"/>
                  <a:pt x="134559" y="196453"/>
                </a:cubicBezTo>
                <a:cubicBezTo>
                  <a:pt x="130150" y="196676"/>
                  <a:pt x="125909" y="194667"/>
                  <a:pt x="123285" y="191095"/>
                </a:cubicBezTo>
                <a:lnTo>
                  <a:pt x="96496" y="155377"/>
                </a:lnTo>
                <a:cubicBezTo>
                  <a:pt x="92032" y="149461"/>
                  <a:pt x="93259" y="141089"/>
                  <a:pt x="99175" y="136624"/>
                </a:cubicBezTo>
                <a:cubicBezTo>
                  <a:pt x="105091" y="132159"/>
                  <a:pt x="113463" y="133387"/>
                  <a:pt x="117928" y="139303"/>
                </a:cubicBezTo>
                <a:lnTo>
                  <a:pt x="132997" y="159395"/>
                </a:lnTo>
                <a:lnTo>
                  <a:pt x="167264" y="104533"/>
                </a:lnTo>
                <a:cubicBezTo>
                  <a:pt x="171171" y="98282"/>
                  <a:pt x="179431" y="96329"/>
                  <a:pt x="185738" y="100292"/>
                </a:cubicBezTo>
                <a:cubicBezTo>
                  <a:pt x="192044" y="104254"/>
                  <a:pt x="193942" y="112458"/>
                  <a:pt x="189979" y="118765"/>
                </a:cubicBezTo>
                <a:close/>
              </a:path>
            </a:pathLst>
          </a:custGeom>
          <a:solidFill>
            <a:srgbClr val="39FF14"/>
          </a:solidFill>
          <a:ln/>
        </p:spPr>
      </p:sp>
      <p:sp>
        <p:nvSpPr>
          <p:cNvPr id="18" name="Text 16"/>
          <p:cNvSpPr/>
          <p:nvPr/>
        </p:nvSpPr>
        <p:spPr>
          <a:xfrm>
            <a:off x="6910388" y="1181100"/>
            <a:ext cx="17049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39FF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38900" y="1676400"/>
            <a:ext cx="5467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Contactless Operation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38900" y="2019300"/>
            <a:ext cx="54483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DB5B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Eliminates physical contact through ultrasonic sensor-based detection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38900" y="2381250"/>
            <a:ext cx="5467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Fill-Level Intelligence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38900" y="2724150"/>
            <a:ext cx="54483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DB5B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Prevents overfilling by monitoring capacity and disabling operation when full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38900" y="3086100"/>
            <a:ext cx="5467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Feedback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38900" y="3429000"/>
            <a:ext cx="54483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DB5B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LED indicators ensure safe, efficient operation with visual status updates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90525" y="3876675"/>
            <a:ext cx="3686175" cy="1390650"/>
          </a:xfrm>
          <a:custGeom>
            <a:avLst/>
            <a:gdLst/>
            <a:ahLst/>
            <a:cxnLst/>
            <a:rect l="l" t="t" r="r" b="b"/>
            <a:pathLst>
              <a:path w="3686175" h="1390650">
                <a:moveTo>
                  <a:pt x="76194" y="0"/>
                </a:moveTo>
                <a:lnTo>
                  <a:pt x="3609981" y="0"/>
                </a:lnTo>
                <a:cubicBezTo>
                  <a:pt x="3652034" y="0"/>
                  <a:pt x="3686175" y="34141"/>
                  <a:pt x="3686175" y="76194"/>
                </a:cubicBezTo>
                <a:lnTo>
                  <a:pt x="3686175" y="1314456"/>
                </a:lnTo>
                <a:cubicBezTo>
                  <a:pt x="3686175" y="1356509"/>
                  <a:pt x="3652034" y="1390650"/>
                  <a:pt x="3609981" y="1390650"/>
                </a:cubicBezTo>
                <a:lnTo>
                  <a:pt x="76194" y="1390650"/>
                </a:lnTo>
                <a:cubicBezTo>
                  <a:pt x="34141" y="1390650"/>
                  <a:pt x="0" y="1356509"/>
                  <a:pt x="0" y="1314456"/>
                </a:cubicBezTo>
                <a:lnTo>
                  <a:pt x="0" y="76194"/>
                </a:lnTo>
                <a:cubicBezTo>
                  <a:pt x="0" y="34141"/>
                  <a:pt x="34141" y="0"/>
                  <a:pt x="76194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39FF1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98563" y="4038600"/>
            <a:ext cx="476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39FF1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656854" y="4572000"/>
            <a:ext cx="1152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LED Indicators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40346" y="4876800"/>
            <a:ext cx="179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ADB5B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status feedback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251325" y="3876675"/>
            <a:ext cx="3686175" cy="1390650"/>
          </a:xfrm>
          <a:custGeom>
            <a:avLst/>
            <a:gdLst/>
            <a:ahLst/>
            <a:cxnLst/>
            <a:rect l="l" t="t" r="r" b="b"/>
            <a:pathLst>
              <a:path w="3686175" h="1390650">
                <a:moveTo>
                  <a:pt x="76194" y="0"/>
                </a:moveTo>
                <a:lnTo>
                  <a:pt x="3609981" y="0"/>
                </a:lnTo>
                <a:cubicBezTo>
                  <a:pt x="3652034" y="0"/>
                  <a:pt x="3686175" y="34141"/>
                  <a:pt x="3686175" y="76194"/>
                </a:cubicBezTo>
                <a:lnTo>
                  <a:pt x="3686175" y="1314456"/>
                </a:lnTo>
                <a:cubicBezTo>
                  <a:pt x="3686175" y="1356509"/>
                  <a:pt x="3652034" y="1390650"/>
                  <a:pt x="3609981" y="1390650"/>
                </a:cubicBezTo>
                <a:lnTo>
                  <a:pt x="76194" y="1390650"/>
                </a:lnTo>
                <a:cubicBezTo>
                  <a:pt x="34141" y="1390650"/>
                  <a:pt x="0" y="1356509"/>
                  <a:pt x="0" y="1314456"/>
                </a:cubicBezTo>
                <a:lnTo>
                  <a:pt x="0" y="76194"/>
                </a:lnTo>
                <a:cubicBezTo>
                  <a:pt x="0" y="34141"/>
                  <a:pt x="34141" y="0"/>
                  <a:pt x="76194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39FF1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65316" y="4038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39FF1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365155" y="4572000"/>
            <a:ext cx="1457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Ultrasonic Sensors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218013" y="4876800"/>
            <a:ext cx="175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ADB5B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&amp; fill-level detection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112125" y="3876675"/>
            <a:ext cx="3686175" cy="1390650"/>
          </a:xfrm>
          <a:custGeom>
            <a:avLst/>
            <a:gdLst/>
            <a:ahLst/>
            <a:cxnLst/>
            <a:rect l="l" t="t" r="r" b="b"/>
            <a:pathLst>
              <a:path w="3686175" h="1390650">
                <a:moveTo>
                  <a:pt x="76194" y="0"/>
                </a:moveTo>
                <a:lnTo>
                  <a:pt x="3609981" y="0"/>
                </a:lnTo>
                <a:cubicBezTo>
                  <a:pt x="3652034" y="0"/>
                  <a:pt x="3686175" y="34141"/>
                  <a:pt x="3686175" y="76194"/>
                </a:cubicBezTo>
                <a:lnTo>
                  <a:pt x="3686175" y="1314456"/>
                </a:lnTo>
                <a:cubicBezTo>
                  <a:pt x="3686175" y="1356509"/>
                  <a:pt x="3652034" y="1390650"/>
                  <a:pt x="3609981" y="1390650"/>
                </a:cubicBezTo>
                <a:lnTo>
                  <a:pt x="76194" y="1390650"/>
                </a:lnTo>
                <a:cubicBezTo>
                  <a:pt x="34141" y="1390650"/>
                  <a:pt x="0" y="1356509"/>
                  <a:pt x="0" y="1314456"/>
                </a:cubicBezTo>
                <a:lnTo>
                  <a:pt x="0" y="76194"/>
                </a:lnTo>
                <a:cubicBezTo>
                  <a:pt x="0" y="34141"/>
                  <a:pt x="34141" y="0"/>
                  <a:pt x="76194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39FF1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86280" y="4038600"/>
            <a:ext cx="1343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39FF1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484519" y="4572000"/>
            <a:ext cx="94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Contactless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298186" y="4876800"/>
            <a:ext cx="1314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ADB5B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Hygienic operation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00050" y="5467350"/>
            <a:ext cx="38100" cy="542925"/>
          </a:xfrm>
          <a:custGeom>
            <a:avLst/>
            <a:gdLst/>
            <a:ahLst/>
            <a:cxnLst/>
            <a:rect l="l" t="t" r="r" b="b"/>
            <a:pathLst>
              <a:path w="38100" h="542925">
                <a:moveTo>
                  <a:pt x="0" y="0"/>
                </a:moveTo>
                <a:lnTo>
                  <a:pt x="38100" y="0"/>
                </a:lnTo>
                <a:lnTo>
                  <a:pt x="38100" y="542925"/>
                </a:lnTo>
                <a:lnTo>
                  <a:pt x="0" y="542925"/>
                </a:lnTo>
                <a:lnTo>
                  <a:pt x="0" y="0"/>
                </a:lnTo>
                <a:close/>
              </a:path>
            </a:pathLst>
          </a:custGeom>
          <a:solidFill>
            <a:srgbClr val="6C757D"/>
          </a:solidFill>
          <a:ln/>
        </p:spPr>
      </p:sp>
      <p:sp>
        <p:nvSpPr>
          <p:cNvPr id="38" name="Text 36"/>
          <p:cNvSpPr/>
          <p:nvPr/>
        </p:nvSpPr>
        <p:spPr>
          <a:xfrm>
            <a:off x="609600" y="5581650"/>
            <a:ext cx="112966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39FF1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Impact:</a:t>
            </a:r>
            <a:r>
              <a:rPr lang="en-US" sz="1500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Suitable for households, hospitals, offices, and public spaces requiring enhanced hygiene standards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175" y="384175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>
                <a:moveTo>
                  <a:pt x="76199" y="0"/>
                </a:moveTo>
                <a:lnTo>
                  <a:pt x="377826" y="0"/>
                </a:lnTo>
                <a:cubicBezTo>
                  <a:pt x="419910" y="0"/>
                  <a:pt x="454025" y="34115"/>
                  <a:pt x="454025" y="76199"/>
                </a:cubicBezTo>
                <a:lnTo>
                  <a:pt x="454025" y="377826"/>
                </a:lnTo>
                <a:cubicBezTo>
                  <a:pt x="454025" y="419910"/>
                  <a:pt x="419910" y="454025"/>
                  <a:pt x="377826" y="454025"/>
                </a:cubicBezTo>
                <a:lnTo>
                  <a:pt x="76199" y="454025"/>
                </a:lnTo>
                <a:cubicBezTo>
                  <a:pt x="34115" y="454025"/>
                  <a:pt x="0" y="419910"/>
                  <a:pt x="0" y="3778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39FF14">
              <a:alpha val="20000"/>
            </a:srgbClr>
          </a:solidFill>
          <a:ln w="8467">
            <a:solidFill>
              <a:srgbClr val="39F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66725" y="4953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39FF14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381000"/>
            <a:ext cx="4591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8F9F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System Components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914400"/>
            <a:ext cx="1828800" cy="38100"/>
          </a:xfrm>
          <a:custGeom>
            <a:avLst/>
            <a:gdLst/>
            <a:ahLst/>
            <a:cxnLst/>
            <a:rect l="l" t="t" r="r" b="b"/>
            <a:pathLst>
              <a:path w="1828800" h="38100">
                <a:moveTo>
                  <a:pt x="0" y="0"/>
                </a:moveTo>
                <a:lnTo>
                  <a:pt x="1828800" y="0"/>
                </a:lnTo>
                <a:lnTo>
                  <a:pt x="1828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9FF14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7" name="Shape 5"/>
          <p:cNvSpPr/>
          <p:nvPr/>
        </p:nvSpPr>
        <p:spPr>
          <a:xfrm>
            <a:off x="390525" y="1114425"/>
            <a:ext cx="3667125" cy="4838700"/>
          </a:xfrm>
          <a:custGeom>
            <a:avLst/>
            <a:gdLst/>
            <a:ahLst/>
            <a:cxnLst/>
            <a:rect l="l" t="t" r="r" b="b"/>
            <a:pathLst>
              <a:path w="3667125" h="4838700">
                <a:moveTo>
                  <a:pt x="76203" y="0"/>
                </a:moveTo>
                <a:lnTo>
                  <a:pt x="3590922" y="0"/>
                </a:lnTo>
                <a:cubicBezTo>
                  <a:pt x="3632980" y="0"/>
                  <a:pt x="3667125" y="34145"/>
                  <a:pt x="3667125" y="76203"/>
                </a:cubicBezTo>
                <a:lnTo>
                  <a:pt x="3667125" y="4762497"/>
                </a:lnTo>
                <a:cubicBezTo>
                  <a:pt x="3667125" y="4804555"/>
                  <a:pt x="3632980" y="4838700"/>
                  <a:pt x="3590922" y="4838700"/>
                </a:cubicBezTo>
                <a:lnTo>
                  <a:pt x="76203" y="4838700"/>
                </a:lnTo>
                <a:cubicBezTo>
                  <a:pt x="34145" y="4838700"/>
                  <a:pt x="0" y="4804555"/>
                  <a:pt x="0" y="47624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39FF1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5625" y="1279525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>
                <a:moveTo>
                  <a:pt x="76199" y="0"/>
                </a:moveTo>
                <a:lnTo>
                  <a:pt x="377826" y="0"/>
                </a:lnTo>
                <a:cubicBezTo>
                  <a:pt x="419910" y="0"/>
                  <a:pt x="454025" y="34115"/>
                  <a:pt x="454025" y="76199"/>
                </a:cubicBezTo>
                <a:lnTo>
                  <a:pt x="454025" y="377826"/>
                </a:lnTo>
                <a:cubicBezTo>
                  <a:pt x="454025" y="419910"/>
                  <a:pt x="419910" y="454025"/>
                  <a:pt x="377826" y="454025"/>
                </a:cubicBezTo>
                <a:lnTo>
                  <a:pt x="76199" y="454025"/>
                </a:lnTo>
                <a:cubicBezTo>
                  <a:pt x="34115" y="454025"/>
                  <a:pt x="0" y="419910"/>
                  <a:pt x="0" y="3778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39FF14">
              <a:alpha val="20000"/>
            </a:srgbClr>
          </a:solidFill>
          <a:ln w="8467">
            <a:solidFill>
              <a:srgbClr val="39FF1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4097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65484" y="8930"/>
                </a:moveTo>
                <a:cubicBezTo>
                  <a:pt x="65484" y="3981"/>
                  <a:pt x="61503" y="0"/>
                  <a:pt x="56555" y="0"/>
                </a:cubicBezTo>
                <a:cubicBezTo>
                  <a:pt x="51606" y="0"/>
                  <a:pt x="47625" y="3981"/>
                  <a:pt x="47625" y="8930"/>
                </a:cubicBezTo>
                <a:lnTo>
                  <a:pt x="47625" y="23812"/>
                </a:lnTo>
                <a:cubicBezTo>
                  <a:pt x="34491" y="23812"/>
                  <a:pt x="23812" y="34491"/>
                  <a:pt x="23812" y="47625"/>
                </a:cubicBezTo>
                <a:lnTo>
                  <a:pt x="8930" y="47625"/>
                </a:lnTo>
                <a:cubicBezTo>
                  <a:pt x="3981" y="47625"/>
                  <a:pt x="0" y="51606"/>
                  <a:pt x="0" y="56555"/>
                </a:cubicBezTo>
                <a:cubicBezTo>
                  <a:pt x="0" y="61503"/>
                  <a:pt x="3981" y="65484"/>
                  <a:pt x="8930" y="65484"/>
                </a:cubicBezTo>
                <a:lnTo>
                  <a:pt x="23812" y="65484"/>
                </a:lnTo>
                <a:lnTo>
                  <a:pt x="23812" y="86320"/>
                </a:lnTo>
                <a:lnTo>
                  <a:pt x="8930" y="86320"/>
                </a:lnTo>
                <a:cubicBezTo>
                  <a:pt x="3981" y="86320"/>
                  <a:pt x="0" y="90301"/>
                  <a:pt x="0" y="95250"/>
                </a:cubicBezTo>
                <a:cubicBezTo>
                  <a:pt x="0" y="100199"/>
                  <a:pt x="3981" y="104180"/>
                  <a:pt x="8930" y="104180"/>
                </a:cubicBezTo>
                <a:lnTo>
                  <a:pt x="23812" y="104180"/>
                </a:lnTo>
                <a:lnTo>
                  <a:pt x="23812" y="125016"/>
                </a:lnTo>
                <a:lnTo>
                  <a:pt x="8930" y="125016"/>
                </a:lnTo>
                <a:cubicBezTo>
                  <a:pt x="3981" y="125016"/>
                  <a:pt x="0" y="128997"/>
                  <a:pt x="0" y="133945"/>
                </a:cubicBezTo>
                <a:cubicBezTo>
                  <a:pt x="0" y="138894"/>
                  <a:pt x="3981" y="142875"/>
                  <a:pt x="8930" y="142875"/>
                </a:cubicBezTo>
                <a:lnTo>
                  <a:pt x="23812" y="142875"/>
                </a:lnTo>
                <a:cubicBezTo>
                  <a:pt x="23812" y="156009"/>
                  <a:pt x="34491" y="166688"/>
                  <a:pt x="47625" y="166688"/>
                </a:cubicBezTo>
                <a:lnTo>
                  <a:pt x="47625" y="181570"/>
                </a:lnTo>
                <a:cubicBezTo>
                  <a:pt x="47625" y="186519"/>
                  <a:pt x="51606" y="190500"/>
                  <a:pt x="56555" y="190500"/>
                </a:cubicBezTo>
                <a:cubicBezTo>
                  <a:pt x="61503" y="190500"/>
                  <a:pt x="65484" y="186519"/>
                  <a:pt x="65484" y="181570"/>
                </a:cubicBezTo>
                <a:lnTo>
                  <a:pt x="65484" y="166688"/>
                </a:lnTo>
                <a:lnTo>
                  <a:pt x="86320" y="166688"/>
                </a:lnTo>
                <a:lnTo>
                  <a:pt x="86320" y="181570"/>
                </a:lnTo>
                <a:cubicBezTo>
                  <a:pt x="86320" y="186519"/>
                  <a:pt x="90301" y="190500"/>
                  <a:pt x="95250" y="190500"/>
                </a:cubicBezTo>
                <a:cubicBezTo>
                  <a:pt x="100199" y="190500"/>
                  <a:pt x="104180" y="186519"/>
                  <a:pt x="104180" y="181570"/>
                </a:cubicBezTo>
                <a:lnTo>
                  <a:pt x="104180" y="166688"/>
                </a:lnTo>
                <a:lnTo>
                  <a:pt x="125016" y="166688"/>
                </a:lnTo>
                <a:lnTo>
                  <a:pt x="125016" y="181570"/>
                </a:lnTo>
                <a:cubicBezTo>
                  <a:pt x="125016" y="186519"/>
                  <a:pt x="128997" y="190500"/>
                  <a:pt x="133945" y="190500"/>
                </a:cubicBezTo>
                <a:cubicBezTo>
                  <a:pt x="138894" y="190500"/>
                  <a:pt x="142875" y="186519"/>
                  <a:pt x="142875" y="181570"/>
                </a:cubicBezTo>
                <a:lnTo>
                  <a:pt x="142875" y="166688"/>
                </a:lnTo>
                <a:cubicBezTo>
                  <a:pt x="156009" y="166688"/>
                  <a:pt x="166688" y="156009"/>
                  <a:pt x="166688" y="142875"/>
                </a:cubicBezTo>
                <a:lnTo>
                  <a:pt x="181570" y="142875"/>
                </a:lnTo>
                <a:cubicBezTo>
                  <a:pt x="186519" y="142875"/>
                  <a:pt x="190500" y="138894"/>
                  <a:pt x="190500" y="133945"/>
                </a:cubicBezTo>
                <a:cubicBezTo>
                  <a:pt x="190500" y="128997"/>
                  <a:pt x="186519" y="125016"/>
                  <a:pt x="181570" y="125016"/>
                </a:cubicBezTo>
                <a:lnTo>
                  <a:pt x="166688" y="125016"/>
                </a:lnTo>
                <a:lnTo>
                  <a:pt x="166688" y="104180"/>
                </a:lnTo>
                <a:lnTo>
                  <a:pt x="181570" y="104180"/>
                </a:lnTo>
                <a:cubicBezTo>
                  <a:pt x="186519" y="104180"/>
                  <a:pt x="190500" y="100199"/>
                  <a:pt x="190500" y="95250"/>
                </a:cubicBezTo>
                <a:cubicBezTo>
                  <a:pt x="190500" y="90301"/>
                  <a:pt x="186519" y="86320"/>
                  <a:pt x="181570" y="86320"/>
                </a:cubicBezTo>
                <a:lnTo>
                  <a:pt x="166688" y="86320"/>
                </a:lnTo>
                <a:lnTo>
                  <a:pt x="166688" y="65484"/>
                </a:lnTo>
                <a:lnTo>
                  <a:pt x="181570" y="65484"/>
                </a:lnTo>
                <a:cubicBezTo>
                  <a:pt x="186519" y="65484"/>
                  <a:pt x="190500" y="61503"/>
                  <a:pt x="190500" y="56555"/>
                </a:cubicBezTo>
                <a:cubicBezTo>
                  <a:pt x="190500" y="51606"/>
                  <a:pt x="186519" y="47625"/>
                  <a:pt x="181570" y="47625"/>
                </a:cubicBezTo>
                <a:lnTo>
                  <a:pt x="166688" y="47625"/>
                </a:lnTo>
                <a:cubicBezTo>
                  <a:pt x="166688" y="34491"/>
                  <a:pt x="156009" y="23812"/>
                  <a:pt x="142875" y="23812"/>
                </a:cubicBezTo>
                <a:lnTo>
                  <a:pt x="142875" y="8930"/>
                </a:lnTo>
                <a:cubicBezTo>
                  <a:pt x="142875" y="3981"/>
                  <a:pt x="138894" y="0"/>
                  <a:pt x="133945" y="0"/>
                </a:cubicBezTo>
                <a:cubicBezTo>
                  <a:pt x="128997" y="0"/>
                  <a:pt x="125016" y="3981"/>
                  <a:pt x="125016" y="8930"/>
                </a:cubicBezTo>
                <a:lnTo>
                  <a:pt x="125016" y="23812"/>
                </a:lnTo>
                <a:lnTo>
                  <a:pt x="104180" y="23812"/>
                </a:lnTo>
                <a:lnTo>
                  <a:pt x="104180" y="8930"/>
                </a:lnTo>
                <a:cubicBezTo>
                  <a:pt x="104180" y="3981"/>
                  <a:pt x="100199" y="0"/>
                  <a:pt x="95250" y="0"/>
                </a:cubicBezTo>
                <a:cubicBezTo>
                  <a:pt x="90301" y="0"/>
                  <a:pt x="86320" y="3981"/>
                  <a:pt x="86320" y="8930"/>
                </a:cubicBezTo>
                <a:lnTo>
                  <a:pt x="86320" y="23812"/>
                </a:lnTo>
                <a:lnTo>
                  <a:pt x="65484" y="23812"/>
                </a:lnTo>
                <a:lnTo>
                  <a:pt x="65484" y="8930"/>
                </a:lnTo>
                <a:close/>
                <a:moveTo>
                  <a:pt x="59531" y="47625"/>
                </a:moveTo>
                <a:lnTo>
                  <a:pt x="130969" y="47625"/>
                </a:lnTo>
                <a:cubicBezTo>
                  <a:pt x="137554" y="47625"/>
                  <a:pt x="142875" y="52946"/>
                  <a:pt x="142875" y="59531"/>
                </a:cubicBezTo>
                <a:lnTo>
                  <a:pt x="142875" y="130969"/>
                </a:lnTo>
                <a:cubicBezTo>
                  <a:pt x="142875" y="137554"/>
                  <a:pt x="137554" y="142875"/>
                  <a:pt x="130969" y="142875"/>
                </a:cubicBezTo>
                <a:lnTo>
                  <a:pt x="59531" y="142875"/>
                </a:lnTo>
                <a:cubicBezTo>
                  <a:pt x="52946" y="142875"/>
                  <a:pt x="47625" y="137554"/>
                  <a:pt x="47625" y="130969"/>
                </a:cubicBezTo>
                <a:lnTo>
                  <a:pt x="47625" y="59531"/>
                </a:lnTo>
                <a:cubicBezTo>
                  <a:pt x="47625" y="52946"/>
                  <a:pt x="52946" y="47625"/>
                  <a:pt x="59531" y="47625"/>
                </a:cubicBezTo>
                <a:close/>
                <a:moveTo>
                  <a:pt x="65484" y="65484"/>
                </a:moveTo>
                <a:lnTo>
                  <a:pt x="65484" y="125016"/>
                </a:lnTo>
                <a:lnTo>
                  <a:pt x="125016" y="125016"/>
                </a:lnTo>
                <a:lnTo>
                  <a:pt x="125016" y="65484"/>
                </a:lnTo>
                <a:lnTo>
                  <a:pt x="65484" y="65484"/>
                </a:lnTo>
                <a:close/>
              </a:path>
            </a:pathLst>
          </a:custGeom>
          <a:solidFill>
            <a:srgbClr val="39FF14"/>
          </a:solidFill>
          <a:ln/>
        </p:spPr>
      </p:sp>
      <p:sp>
        <p:nvSpPr>
          <p:cNvPr id="10" name="Text 8"/>
          <p:cNvSpPr/>
          <p:nvPr/>
        </p:nvSpPr>
        <p:spPr>
          <a:xfrm>
            <a:off x="1123950" y="1352550"/>
            <a:ext cx="16668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9FF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Microcontroller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55625" y="2393950"/>
            <a:ext cx="3330575" cy="1139825"/>
          </a:xfrm>
          <a:custGeom>
            <a:avLst/>
            <a:gdLst/>
            <a:ahLst/>
            <a:cxnLst/>
            <a:rect l="l" t="t" r="r" b="b"/>
            <a:pathLst>
              <a:path w="3330575" h="1139825">
                <a:moveTo>
                  <a:pt x="76197" y="0"/>
                </a:moveTo>
                <a:lnTo>
                  <a:pt x="3254378" y="0"/>
                </a:lnTo>
                <a:cubicBezTo>
                  <a:pt x="3296460" y="0"/>
                  <a:pt x="3330575" y="34115"/>
                  <a:pt x="3330575" y="76197"/>
                </a:cubicBezTo>
                <a:lnTo>
                  <a:pt x="3330575" y="1063628"/>
                </a:lnTo>
                <a:cubicBezTo>
                  <a:pt x="3330575" y="1105710"/>
                  <a:pt x="3296460" y="1139825"/>
                  <a:pt x="3254378" y="1139825"/>
                </a:cubicBezTo>
                <a:lnTo>
                  <a:pt x="76197" y="1139825"/>
                </a:lnTo>
                <a:cubicBezTo>
                  <a:pt x="34115" y="1139825"/>
                  <a:pt x="0" y="1105710"/>
                  <a:pt x="0" y="1063628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8467">
            <a:solidFill>
              <a:srgbClr val="6C757D"/>
            </a:solidFill>
            <a:prstDash val="solid"/>
          </a:ln>
        </p:spPr>
      </p:sp>
      <p:pic>
        <p:nvPicPr>
          <p:cNvPr id="12" name="Image 0" descr="https://kimi-web-img.moonshot.cn/img/user-images.githubusercontent.com/1e86f284e1cd15abcaf50b34fcb18e3e10564bb5.jpeg"/>
          <p:cNvPicPr>
            <a:picLocks noChangeAspect="1"/>
          </p:cNvPicPr>
          <p:nvPr/>
        </p:nvPicPr>
        <p:blipFill>
          <a:blip r:embed="rId3"/>
          <a:srcRect t="21647" b="21647"/>
          <a:stretch/>
        </p:blipFill>
        <p:spPr>
          <a:xfrm>
            <a:off x="558800" y="2397126"/>
            <a:ext cx="3324225" cy="1133475"/>
          </a:xfrm>
          <a:prstGeom prst="roundRect">
            <a:avLst>
              <a:gd name="adj" fmla="val 6723"/>
            </a:avLst>
          </a:prstGeom>
        </p:spPr>
      </p:pic>
      <p:sp>
        <p:nvSpPr>
          <p:cNvPr id="13" name="Text 10"/>
          <p:cNvSpPr/>
          <p:nvPr/>
        </p:nvSpPr>
        <p:spPr>
          <a:xfrm>
            <a:off x="552450" y="3648075"/>
            <a:ext cx="3438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ESP DEVKIT V1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52450" y="3952875"/>
            <a:ext cx="34194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DB5B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Central processing and control unit for the entire system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79834" y="45720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39FF14"/>
          </a:solidFill>
          <a:ln/>
        </p:spPr>
      </p:sp>
      <p:sp>
        <p:nvSpPr>
          <p:cNvPr id="16" name="Text 13"/>
          <p:cNvSpPr/>
          <p:nvPr/>
        </p:nvSpPr>
        <p:spPr>
          <a:xfrm>
            <a:off x="795338" y="4524375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DB5B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sensor processing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79834" y="48387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39FF14"/>
          </a:solidFill>
          <a:ln/>
        </p:spPr>
      </p:sp>
      <p:sp>
        <p:nvSpPr>
          <p:cNvPr id="18" name="Text 15"/>
          <p:cNvSpPr/>
          <p:nvPr/>
        </p:nvSpPr>
        <p:spPr>
          <a:xfrm>
            <a:off x="795338" y="4791075"/>
            <a:ext cx="140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DB5B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Servo motor control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79834" y="51054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39FF14"/>
          </a:solidFill>
          <a:ln/>
        </p:spPr>
      </p:sp>
      <p:sp>
        <p:nvSpPr>
          <p:cNvPr id="20" name="Text 17"/>
          <p:cNvSpPr/>
          <p:nvPr/>
        </p:nvSpPr>
        <p:spPr>
          <a:xfrm>
            <a:off x="795338" y="5057775"/>
            <a:ext cx="1876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DB5B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LED feedback management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264025" y="1114425"/>
            <a:ext cx="3667125" cy="4838700"/>
          </a:xfrm>
          <a:custGeom>
            <a:avLst/>
            <a:gdLst/>
            <a:ahLst/>
            <a:cxnLst/>
            <a:rect l="l" t="t" r="r" b="b"/>
            <a:pathLst>
              <a:path w="3667125" h="4838700">
                <a:moveTo>
                  <a:pt x="76203" y="0"/>
                </a:moveTo>
                <a:lnTo>
                  <a:pt x="3590922" y="0"/>
                </a:lnTo>
                <a:cubicBezTo>
                  <a:pt x="3632980" y="0"/>
                  <a:pt x="3667125" y="34145"/>
                  <a:pt x="3667125" y="76203"/>
                </a:cubicBezTo>
                <a:lnTo>
                  <a:pt x="3667125" y="4762497"/>
                </a:lnTo>
                <a:cubicBezTo>
                  <a:pt x="3667125" y="4804555"/>
                  <a:pt x="3632980" y="4838700"/>
                  <a:pt x="3590922" y="4838700"/>
                </a:cubicBezTo>
                <a:lnTo>
                  <a:pt x="76203" y="4838700"/>
                </a:lnTo>
                <a:cubicBezTo>
                  <a:pt x="34145" y="4838700"/>
                  <a:pt x="0" y="4804555"/>
                  <a:pt x="0" y="47624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6C757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429125" y="1279525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>
                <a:moveTo>
                  <a:pt x="76199" y="0"/>
                </a:moveTo>
                <a:lnTo>
                  <a:pt x="377826" y="0"/>
                </a:lnTo>
                <a:cubicBezTo>
                  <a:pt x="419910" y="0"/>
                  <a:pt x="454025" y="34115"/>
                  <a:pt x="454025" y="76199"/>
                </a:cubicBezTo>
                <a:lnTo>
                  <a:pt x="454025" y="377826"/>
                </a:lnTo>
                <a:cubicBezTo>
                  <a:pt x="454025" y="419910"/>
                  <a:pt x="419910" y="454025"/>
                  <a:pt x="377826" y="454025"/>
                </a:cubicBezTo>
                <a:lnTo>
                  <a:pt x="76199" y="454025"/>
                </a:lnTo>
                <a:cubicBezTo>
                  <a:pt x="34115" y="454025"/>
                  <a:pt x="0" y="419910"/>
                  <a:pt x="0" y="3778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6C757D">
              <a:alpha val="20000"/>
            </a:srgbClr>
          </a:solidFill>
          <a:ln w="8467">
            <a:solidFill>
              <a:srgbClr val="6C757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547394" y="14097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32705" y="4279"/>
                </a:moveTo>
                <a:cubicBezTo>
                  <a:pt x="28501" y="1712"/>
                  <a:pt x="22994" y="3088"/>
                  <a:pt x="20427" y="7293"/>
                </a:cubicBezTo>
                <a:cubicBezTo>
                  <a:pt x="11199" y="22547"/>
                  <a:pt x="5916" y="40444"/>
                  <a:pt x="5916" y="59531"/>
                </a:cubicBezTo>
                <a:cubicBezTo>
                  <a:pt x="5916" y="78618"/>
                  <a:pt x="11199" y="96515"/>
                  <a:pt x="20427" y="111770"/>
                </a:cubicBezTo>
                <a:cubicBezTo>
                  <a:pt x="22994" y="115974"/>
                  <a:pt x="28463" y="117351"/>
                  <a:pt x="32705" y="114784"/>
                </a:cubicBezTo>
                <a:cubicBezTo>
                  <a:pt x="36947" y="112216"/>
                  <a:pt x="38286" y="106747"/>
                  <a:pt x="35719" y="102505"/>
                </a:cubicBezTo>
                <a:cubicBezTo>
                  <a:pt x="28166" y="90004"/>
                  <a:pt x="23812" y="75270"/>
                  <a:pt x="23812" y="59531"/>
                </a:cubicBezTo>
                <a:cubicBezTo>
                  <a:pt x="23812" y="43793"/>
                  <a:pt x="28166" y="29059"/>
                  <a:pt x="35756" y="16520"/>
                </a:cubicBezTo>
                <a:cubicBezTo>
                  <a:pt x="38323" y="12316"/>
                  <a:pt x="36947" y="6809"/>
                  <a:pt x="32742" y="4242"/>
                </a:cubicBezTo>
                <a:close/>
                <a:moveTo>
                  <a:pt x="181570" y="4279"/>
                </a:moveTo>
                <a:cubicBezTo>
                  <a:pt x="177366" y="6846"/>
                  <a:pt x="175989" y="12316"/>
                  <a:pt x="178557" y="16557"/>
                </a:cubicBezTo>
                <a:cubicBezTo>
                  <a:pt x="186147" y="29096"/>
                  <a:pt x="190500" y="43830"/>
                  <a:pt x="190500" y="59568"/>
                </a:cubicBezTo>
                <a:cubicBezTo>
                  <a:pt x="190500" y="75307"/>
                  <a:pt x="186147" y="90041"/>
                  <a:pt x="178557" y="102580"/>
                </a:cubicBezTo>
                <a:cubicBezTo>
                  <a:pt x="175989" y="106784"/>
                  <a:pt x="177366" y="112291"/>
                  <a:pt x="181570" y="114858"/>
                </a:cubicBezTo>
                <a:cubicBezTo>
                  <a:pt x="185775" y="117425"/>
                  <a:pt x="191281" y="116049"/>
                  <a:pt x="193849" y="111844"/>
                </a:cubicBezTo>
                <a:cubicBezTo>
                  <a:pt x="203076" y="96589"/>
                  <a:pt x="208359" y="78693"/>
                  <a:pt x="208359" y="59606"/>
                </a:cubicBezTo>
                <a:cubicBezTo>
                  <a:pt x="208359" y="40518"/>
                  <a:pt x="203076" y="22547"/>
                  <a:pt x="193849" y="7293"/>
                </a:cubicBezTo>
                <a:cubicBezTo>
                  <a:pt x="191281" y="3088"/>
                  <a:pt x="185812" y="1712"/>
                  <a:pt x="181570" y="4279"/>
                </a:cubicBezTo>
                <a:close/>
                <a:moveTo>
                  <a:pt x="119063" y="80144"/>
                </a:moveTo>
                <a:cubicBezTo>
                  <a:pt x="126169" y="76014"/>
                  <a:pt x="130969" y="68349"/>
                  <a:pt x="130969" y="59531"/>
                </a:cubicBezTo>
                <a:cubicBezTo>
                  <a:pt x="130969" y="46397"/>
                  <a:pt x="120290" y="35719"/>
                  <a:pt x="107156" y="35719"/>
                </a:cubicBezTo>
                <a:cubicBezTo>
                  <a:pt x="94022" y="35719"/>
                  <a:pt x="83344" y="46397"/>
                  <a:pt x="83344" y="59531"/>
                </a:cubicBezTo>
                <a:cubicBezTo>
                  <a:pt x="83344" y="68349"/>
                  <a:pt x="88143" y="76051"/>
                  <a:pt x="95250" y="80144"/>
                </a:cubicBezTo>
                <a:lnTo>
                  <a:pt x="95250" y="178594"/>
                </a:lnTo>
                <a:cubicBezTo>
                  <a:pt x="95250" y="185179"/>
                  <a:pt x="100571" y="190500"/>
                  <a:pt x="107156" y="190500"/>
                </a:cubicBezTo>
                <a:cubicBezTo>
                  <a:pt x="113742" y="190500"/>
                  <a:pt x="119063" y="185179"/>
                  <a:pt x="119063" y="178594"/>
                </a:cubicBezTo>
                <a:lnTo>
                  <a:pt x="119063" y="80144"/>
                </a:lnTo>
                <a:close/>
                <a:moveTo>
                  <a:pt x="67047" y="33858"/>
                </a:moveTo>
                <a:cubicBezTo>
                  <a:pt x="69726" y="29691"/>
                  <a:pt x="68498" y="24185"/>
                  <a:pt x="64368" y="21506"/>
                </a:cubicBezTo>
                <a:cubicBezTo>
                  <a:pt x="60238" y="18827"/>
                  <a:pt x="54694" y="20055"/>
                  <a:pt x="52015" y="24185"/>
                </a:cubicBezTo>
                <a:cubicBezTo>
                  <a:pt x="45467" y="34379"/>
                  <a:pt x="41672" y="46509"/>
                  <a:pt x="41672" y="59531"/>
                </a:cubicBezTo>
                <a:cubicBezTo>
                  <a:pt x="41672" y="72554"/>
                  <a:pt x="45467" y="84683"/>
                  <a:pt x="52015" y="94878"/>
                </a:cubicBezTo>
                <a:cubicBezTo>
                  <a:pt x="54694" y="99045"/>
                  <a:pt x="60201" y="100236"/>
                  <a:pt x="64368" y="97557"/>
                </a:cubicBezTo>
                <a:cubicBezTo>
                  <a:pt x="68535" y="94878"/>
                  <a:pt x="69726" y="89371"/>
                  <a:pt x="67047" y="85204"/>
                </a:cubicBezTo>
                <a:cubicBezTo>
                  <a:pt x="62285" y="77800"/>
                  <a:pt x="59531" y="68982"/>
                  <a:pt x="59531" y="59531"/>
                </a:cubicBezTo>
                <a:cubicBezTo>
                  <a:pt x="59531" y="50081"/>
                  <a:pt x="62285" y="41263"/>
                  <a:pt x="67047" y="33858"/>
                </a:cubicBezTo>
                <a:close/>
                <a:moveTo>
                  <a:pt x="162297" y="24185"/>
                </a:moveTo>
                <a:cubicBezTo>
                  <a:pt x="159618" y="20017"/>
                  <a:pt x="154112" y="18827"/>
                  <a:pt x="149944" y="21506"/>
                </a:cubicBezTo>
                <a:cubicBezTo>
                  <a:pt x="145777" y="24185"/>
                  <a:pt x="144587" y="29691"/>
                  <a:pt x="147265" y="33858"/>
                </a:cubicBezTo>
                <a:cubicBezTo>
                  <a:pt x="152028" y="41263"/>
                  <a:pt x="154781" y="50081"/>
                  <a:pt x="154781" y="59531"/>
                </a:cubicBezTo>
                <a:cubicBezTo>
                  <a:pt x="154781" y="68982"/>
                  <a:pt x="152028" y="77800"/>
                  <a:pt x="147265" y="85204"/>
                </a:cubicBezTo>
                <a:cubicBezTo>
                  <a:pt x="144587" y="89371"/>
                  <a:pt x="145814" y="94878"/>
                  <a:pt x="149944" y="97557"/>
                </a:cubicBezTo>
                <a:cubicBezTo>
                  <a:pt x="154074" y="100236"/>
                  <a:pt x="159618" y="99008"/>
                  <a:pt x="162297" y="94878"/>
                </a:cubicBezTo>
                <a:cubicBezTo>
                  <a:pt x="168846" y="84683"/>
                  <a:pt x="172641" y="72554"/>
                  <a:pt x="172641" y="59531"/>
                </a:cubicBezTo>
                <a:cubicBezTo>
                  <a:pt x="172641" y="46509"/>
                  <a:pt x="168846" y="34379"/>
                  <a:pt x="162297" y="24185"/>
                </a:cubicBezTo>
                <a:close/>
              </a:path>
            </a:pathLst>
          </a:custGeom>
          <a:solidFill>
            <a:srgbClr val="6C757D"/>
          </a:solidFill>
          <a:ln/>
        </p:spPr>
      </p:sp>
      <p:sp>
        <p:nvSpPr>
          <p:cNvPr id="24" name="Text 21"/>
          <p:cNvSpPr/>
          <p:nvPr/>
        </p:nvSpPr>
        <p:spPr>
          <a:xfrm>
            <a:off x="4997450" y="1352550"/>
            <a:ext cx="933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C75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Sensors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4429125" y="1889125"/>
            <a:ext cx="3330575" cy="1377950"/>
          </a:xfrm>
          <a:custGeom>
            <a:avLst/>
            <a:gdLst/>
            <a:ahLst/>
            <a:cxnLst/>
            <a:rect l="l" t="t" r="r" b="b"/>
            <a:pathLst>
              <a:path w="3330575" h="1377950">
                <a:moveTo>
                  <a:pt x="76201" y="0"/>
                </a:moveTo>
                <a:lnTo>
                  <a:pt x="3254374" y="0"/>
                </a:lnTo>
                <a:cubicBezTo>
                  <a:pt x="3296459" y="0"/>
                  <a:pt x="3330575" y="34116"/>
                  <a:pt x="3330575" y="76201"/>
                </a:cubicBezTo>
                <a:lnTo>
                  <a:pt x="3330575" y="1301749"/>
                </a:lnTo>
                <a:cubicBezTo>
                  <a:pt x="3330575" y="1343834"/>
                  <a:pt x="3296459" y="1377950"/>
                  <a:pt x="3254374" y="1377950"/>
                </a:cubicBezTo>
                <a:lnTo>
                  <a:pt x="76201" y="1377950"/>
                </a:lnTo>
                <a:cubicBezTo>
                  <a:pt x="34116" y="1377950"/>
                  <a:pt x="0" y="1343834"/>
                  <a:pt x="0" y="130174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8467">
            <a:solidFill>
              <a:srgbClr val="6C757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46600" y="2006601"/>
            <a:ext cx="695325" cy="304800"/>
          </a:xfrm>
          <a:custGeom>
            <a:avLst/>
            <a:gdLst/>
            <a:ahLst/>
            <a:cxnLst/>
            <a:rect l="l" t="t" r="r" b="b"/>
            <a:pathLst>
              <a:path w="695325" h="304800">
                <a:moveTo>
                  <a:pt x="38100" y="0"/>
                </a:moveTo>
                <a:lnTo>
                  <a:pt x="657225" y="0"/>
                </a:lnTo>
                <a:cubicBezTo>
                  <a:pt x="678253" y="0"/>
                  <a:pt x="695325" y="17072"/>
                  <a:pt x="695325" y="38100"/>
                </a:cubicBezTo>
                <a:lnTo>
                  <a:pt x="695325" y="266700"/>
                </a:lnTo>
                <a:cubicBezTo>
                  <a:pt x="695325" y="287728"/>
                  <a:pt x="678253" y="304800"/>
                  <a:pt x="657225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9FF14">
              <a:alpha val="20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4546600" y="2006601"/>
            <a:ext cx="771525" cy="3048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9FF1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Sensor 1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4546600" y="2387601"/>
            <a:ext cx="3181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External Detection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4546600" y="2692401"/>
            <a:ext cx="31718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DB5B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Detects user/object near dustbin and triggers lid opening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4429125" y="3425827"/>
            <a:ext cx="3330575" cy="1149350"/>
          </a:xfrm>
          <a:custGeom>
            <a:avLst/>
            <a:gdLst/>
            <a:ahLst/>
            <a:cxnLst/>
            <a:rect l="l" t="t" r="r" b="b"/>
            <a:pathLst>
              <a:path w="3330575" h="1149350">
                <a:moveTo>
                  <a:pt x="76202" y="0"/>
                </a:moveTo>
                <a:lnTo>
                  <a:pt x="3254373" y="0"/>
                </a:lnTo>
                <a:cubicBezTo>
                  <a:pt x="3296458" y="0"/>
                  <a:pt x="3330575" y="34117"/>
                  <a:pt x="3330575" y="76202"/>
                </a:cubicBezTo>
                <a:lnTo>
                  <a:pt x="3330575" y="1073148"/>
                </a:lnTo>
                <a:cubicBezTo>
                  <a:pt x="3330575" y="1115233"/>
                  <a:pt x="3296458" y="1149350"/>
                  <a:pt x="3254373" y="1149350"/>
                </a:cubicBezTo>
                <a:lnTo>
                  <a:pt x="76202" y="1149350"/>
                </a:lnTo>
                <a:cubicBezTo>
                  <a:pt x="34117" y="1149350"/>
                  <a:pt x="0" y="1115233"/>
                  <a:pt x="0" y="107314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8467">
            <a:solidFill>
              <a:srgbClr val="6C757D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46600" y="3543300"/>
            <a:ext cx="723900" cy="304800"/>
          </a:xfrm>
          <a:custGeom>
            <a:avLst/>
            <a:gdLst/>
            <a:ahLst/>
            <a:cxnLst/>
            <a:rect l="l" t="t" r="r" b="b"/>
            <a:pathLst>
              <a:path w="723900" h="304800">
                <a:moveTo>
                  <a:pt x="38100" y="0"/>
                </a:moveTo>
                <a:lnTo>
                  <a:pt x="685800" y="0"/>
                </a:lnTo>
                <a:cubicBezTo>
                  <a:pt x="706828" y="0"/>
                  <a:pt x="723900" y="17072"/>
                  <a:pt x="723900" y="38100"/>
                </a:cubicBezTo>
                <a:lnTo>
                  <a:pt x="723900" y="266700"/>
                </a:lnTo>
                <a:cubicBezTo>
                  <a:pt x="723900" y="287728"/>
                  <a:pt x="706828" y="304800"/>
                  <a:pt x="68580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9FF14">
              <a:alpha val="20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4546600" y="3543300"/>
            <a:ext cx="800100" cy="3048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9FF1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Sensor 2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4546600" y="3924300"/>
            <a:ext cx="3181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Internal Detection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4546600" y="4229100"/>
            <a:ext cx="3171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DB5B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Monitors fill level and prevents overfilling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4429125" y="4733926"/>
            <a:ext cx="3330575" cy="854075"/>
          </a:xfrm>
          <a:custGeom>
            <a:avLst/>
            <a:gdLst/>
            <a:ahLst/>
            <a:cxnLst/>
            <a:rect l="l" t="t" r="r" b="b"/>
            <a:pathLst>
              <a:path w="3330575" h="854075">
                <a:moveTo>
                  <a:pt x="76201" y="0"/>
                </a:moveTo>
                <a:lnTo>
                  <a:pt x="3254374" y="0"/>
                </a:lnTo>
                <a:cubicBezTo>
                  <a:pt x="3296459" y="0"/>
                  <a:pt x="3330575" y="34116"/>
                  <a:pt x="3330575" y="76201"/>
                </a:cubicBezTo>
                <a:lnTo>
                  <a:pt x="3330575" y="777874"/>
                </a:lnTo>
                <a:cubicBezTo>
                  <a:pt x="3330575" y="819959"/>
                  <a:pt x="3296459" y="854075"/>
                  <a:pt x="3254374" y="854075"/>
                </a:cubicBezTo>
                <a:lnTo>
                  <a:pt x="76201" y="854075"/>
                </a:lnTo>
                <a:cubicBezTo>
                  <a:pt x="34116" y="854075"/>
                  <a:pt x="0" y="819959"/>
                  <a:pt x="0" y="777874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8467">
            <a:solidFill>
              <a:srgbClr val="6C757D"/>
            </a:solidFill>
            <a:prstDash val="solid"/>
          </a:ln>
        </p:spPr>
      </p:sp>
      <p:pic>
        <p:nvPicPr>
          <p:cNvPr id="36" name="Image 1" descr="https://kimi-web-img.moonshot.cn/img/quartzcomponents.com/5cdf00549d06a21f8ca063b38f1c9b378c7bef6c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32300" y="4524375"/>
            <a:ext cx="3324225" cy="2295524"/>
          </a:xfrm>
          <a:prstGeom prst="roundRect">
            <a:avLst>
              <a:gd name="adj" fmla="val 8989"/>
            </a:avLst>
          </a:prstGeom>
        </p:spPr>
      </p:pic>
      <p:sp>
        <p:nvSpPr>
          <p:cNvPr id="37" name="Shape 33"/>
          <p:cNvSpPr/>
          <p:nvPr/>
        </p:nvSpPr>
        <p:spPr>
          <a:xfrm>
            <a:off x="8137525" y="1114425"/>
            <a:ext cx="3667125" cy="2152650"/>
          </a:xfrm>
          <a:custGeom>
            <a:avLst/>
            <a:gdLst/>
            <a:ahLst/>
            <a:cxnLst/>
            <a:rect l="l" t="t" r="r" b="b"/>
            <a:pathLst>
              <a:path w="3667125" h="2152650">
                <a:moveTo>
                  <a:pt x="76204" y="0"/>
                </a:moveTo>
                <a:lnTo>
                  <a:pt x="3590921" y="0"/>
                </a:lnTo>
                <a:cubicBezTo>
                  <a:pt x="3633007" y="0"/>
                  <a:pt x="3667125" y="34118"/>
                  <a:pt x="3667125" y="76204"/>
                </a:cubicBezTo>
                <a:lnTo>
                  <a:pt x="3667125" y="2076446"/>
                </a:lnTo>
                <a:cubicBezTo>
                  <a:pt x="3667125" y="2118532"/>
                  <a:pt x="3633007" y="2152650"/>
                  <a:pt x="3590921" y="2152650"/>
                </a:cubicBezTo>
                <a:lnTo>
                  <a:pt x="76204" y="2152650"/>
                </a:lnTo>
                <a:cubicBezTo>
                  <a:pt x="34118" y="2152650"/>
                  <a:pt x="0" y="2118532"/>
                  <a:pt x="0" y="207644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6C757D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8302625" y="1279525"/>
            <a:ext cx="377825" cy="377825"/>
          </a:xfrm>
          <a:custGeom>
            <a:avLst/>
            <a:gdLst/>
            <a:ahLst/>
            <a:cxnLst/>
            <a:rect l="l" t="t" r="r" b="b"/>
            <a:pathLst>
              <a:path w="377825" h="377825">
                <a:moveTo>
                  <a:pt x="76200" y="0"/>
                </a:moveTo>
                <a:lnTo>
                  <a:pt x="301625" y="0"/>
                </a:lnTo>
                <a:cubicBezTo>
                  <a:pt x="343681" y="0"/>
                  <a:pt x="377825" y="34144"/>
                  <a:pt x="377825" y="76200"/>
                </a:cubicBezTo>
                <a:lnTo>
                  <a:pt x="377825" y="301625"/>
                </a:lnTo>
                <a:cubicBezTo>
                  <a:pt x="377825" y="343681"/>
                  <a:pt x="343681" y="377825"/>
                  <a:pt x="301625" y="377825"/>
                </a:cubicBezTo>
                <a:lnTo>
                  <a:pt x="76200" y="377825"/>
                </a:lnTo>
                <a:cubicBezTo>
                  <a:pt x="34144" y="377825"/>
                  <a:pt x="0" y="343681"/>
                  <a:pt x="0" y="3016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6C757D">
              <a:alpha val="20000"/>
            </a:srgbClr>
          </a:solidFill>
          <a:ln w="8467">
            <a:solidFill>
              <a:srgbClr val="6C757D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8406607" y="13811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65332" y="3181"/>
                </a:moveTo>
                <a:cubicBezTo>
                  <a:pt x="66336" y="-1775"/>
                  <a:pt x="70723" y="-5358"/>
                  <a:pt x="75813" y="-5358"/>
                </a:cubicBezTo>
                <a:lnTo>
                  <a:pt x="95838" y="-5358"/>
                </a:lnTo>
                <a:cubicBezTo>
                  <a:pt x="100928" y="-5358"/>
                  <a:pt x="105315" y="-1775"/>
                  <a:pt x="106319" y="3181"/>
                </a:cubicBezTo>
                <a:lnTo>
                  <a:pt x="111175" y="26622"/>
                </a:lnTo>
                <a:cubicBezTo>
                  <a:pt x="115896" y="28631"/>
                  <a:pt x="120316" y="31209"/>
                  <a:pt x="124335" y="34257"/>
                </a:cubicBezTo>
                <a:lnTo>
                  <a:pt x="147038" y="26722"/>
                </a:lnTo>
                <a:cubicBezTo>
                  <a:pt x="151860" y="25115"/>
                  <a:pt x="157151" y="27124"/>
                  <a:pt x="159696" y="31544"/>
                </a:cubicBezTo>
                <a:lnTo>
                  <a:pt x="169709" y="48890"/>
                </a:lnTo>
                <a:cubicBezTo>
                  <a:pt x="172254" y="53310"/>
                  <a:pt x="171350" y="58869"/>
                  <a:pt x="167532" y="62251"/>
                </a:cubicBezTo>
                <a:lnTo>
                  <a:pt x="149684" y="78124"/>
                </a:lnTo>
                <a:cubicBezTo>
                  <a:pt x="149985" y="80602"/>
                  <a:pt x="150119" y="83147"/>
                  <a:pt x="150119" y="85725"/>
                </a:cubicBezTo>
                <a:cubicBezTo>
                  <a:pt x="150119" y="88303"/>
                  <a:pt x="149952" y="90848"/>
                  <a:pt x="149684" y="93326"/>
                </a:cubicBezTo>
                <a:lnTo>
                  <a:pt x="167566" y="109232"/>
                </a:lnTo>
                <a:cubicBezTo>
                  <a:pt x="171383" y="112615"/>
                  <a:pt x="172254" y="118207"/>
                  <a:pt x="169742" y="122593"/>
                </a:cubicBezTo>
                <a:lnTo>
                  <a:pt x="159730" y="139939"/>
                </a:lnTo>
                <a:cubicBezTo>
                  <a:pt x="157185" y="144326"/>
                  <a:pt x="151894" y="146369"/>
                  <a:pt x="147072" y="144761"/>
                </a:cubicBezTo>
                <a:lnTo>
                  <a:pt x="124368" y="137227"/>
                </a:lnTo>
                <a:cubicBezTo>
                  <a:pt x="120316" y="140274"/>
                  <a:pt x="115896" y="142819"/>
                  <a:pt x="111208" y="144862"/>
                </a:cubicBezTo>
                <a:lnTo>
                  <a:pt x="106386" y="168269"/>
                </a:lnTo>
                <a:cubicBezTo>
                  <a:pt x="105348" y="173258"/>
                  <a:pt x="100961" y="176808"/>
                  <a:pt x="95905" y="176808"/>
                </a:cubicBezTo>
                <a:lnTo>
                  <a:pt x="75880" y="176808"/>
                </a:lnTo>
                <a:cubicBezTo>
                  <a:pt x="70790" y="176808"/>
                  <a:pt x="66403" y="173225"/>
                  <a:pt x="65399" y="168269"/>
                </a:cubicBezTo>
                <a:lnTo>
                  <a:pt x="60577" y="144862"/>
                </a:lnTo>
                <a:cubicBezTo>
                  <a:pt x="55855" y="142853"/>
                  <a:pt x="51468" y="140274"/>
                  <a:pt x="47417" y="137227"/>
                </a:cubicBezTo>
                <a:lnTo>
                  <a:pt x="24612" y="144761"/>
                </a:lnTo>
                <a:cubicBezTo>
                  <a:pt x="19790" y="146369"/>
                  <a:pt x="14500" y="144360"/>
                  <a:pt x="11955" y="139939"/>
                </a:cubicBezTo>
                <a:lnTo>
                  <a:pt x="1942" y="122593"/>
                </a:lnTo>
                <a:cubicBezTo>
                  <a:pt x="-603" y="118173"/>
                  <a:pt x="301" y="112615"/>
                  <a:pt x="4119" y="109232"/>
                </a:cubicBezTo>
                <a:lnTo>
                  <a:pt x="22001" y="93326"/>
                </a:lnTo>
                <a:cubicBezTo>
                  <a:pt x="21699" y="90848"/>
                  <a:pt x="21565" y="88303"/>
                  <a:pt x="21565" y="85725"/>
                </a:cubicBezTo>
                <a:cubicBezTo>
                  <a:pt x="21565" y="83147"/>
                  <a:pt x="21733" y="80602"/>
                  <a:pt x="22001" y="78124"/>
                </a:cubicBezTo>
                <a:lnTo>
                  <a:pt x="4119" y="62218"/>
                </a:lnTo>
                <a:cubicBezTo>
                  <a:pt x="301" y="58835"/>
                  <a:pt x="-569" y="53243"/>
                  <a:pt x="1942" y="48857"/>
                </a:cubicBezTo>
                <a:lnTo>
                  <a:pt x="11955" y="31511"/>
                </a:lnTo>
                <a:cubicBezTo>
                  <a:pt x="14500" y="27090"/>
                  <a:pt x="19790" y="25081"/>
                  <a:pt x="24612" y="26689"/>
                </a:cubicBezTo>
                <a:lnTo>
                  <a:pt x="47316" y="34223"/>
                </a:lnTo>
                <a:cubicBezTo>
                  <a:pt x="51368" y="31176"/>
                  <a:pt x="55788" y="28631"/>
                  <a:pt x="60476" y="26588"/>
                </a:cubicBezTo>
                <a:lnTo>
                  <a:pt x="65332" y="3181"/>
                </a:lnTo>
                <a:close/>
                <a:moveTo>
                  <a:pt x="85825" y="112514"/>
                </a:moveTo>
                <a:cubicBezTo>
                  <a:pt x="95396" y="112478"/>
                  <a:pt x="104221" y="107339"/>
                  <a:pt x="108975" y="99033"/>
                </a:cubicBezTo>
                <a:cubicBezTo>
                  <a:pt x="113730" y="90726"/>
                  <a:pt x="113691" y="80514"/>
                  <a:pt x="108875" y="72243"/>
                </a:cubicBezTo>
                <a:cubicBezTo>
                  <a:pt x="104058" y="63973"/>
                  <a:pt x="95195" y="58900"/>
                  <a:pt x="85625" y="58936"/>
                </a:cubicBezTo>
                <a:cubicBezTo>
                  <a:pt x="76054" y="58972"/>
                  <a:pt x="67229" y="64111"/>
                  <a:pt x="62475" y="72417"/>
                </a:cubicBezTo>
                <a:cubicBezTo>
                  <a:pt x="57720" y="80724"/>
                  <a:pt x="57759" y="90936"/>
                  <a:pt x="62575" y="99207"/>
                </a:cubicBezTo>
                <a:cubicBezTo>
                  <a:pt x="67392" y="107477"/>
                  <a:pt x="76255" y="112550"/>
                  <a:pt x="85825" y="112514"/>
                </a:cubicBezTo>
                <a:close/>
              </a:path>
            </a:pathLst>
          </a:custGeom>
          <a:solidFill>
            <a:srgbClr val="6C757D"/>
          </a:solidFill>
          <a:ln/>
        </p:spPr>
      </p:sp>
      <p:sp>
        <p:nvSpPr>
          <p:cNvPr id="40" name="Text 36"/>
          <p:cNvSpPr/>
          <p:nvPr/>
        </p:nvSpPr>
        <p:spPr>
          <a:xfrm>
            <a:off x="8794750" y="1333500"/>
            <a:ext cx="1133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C75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Servo Motor</a:t>
            </a:r>
            <a:endParaRPr lang="en-US" sz="1600" dirty="0"/>
          </a:p>
        </p:txBody>
      </p:sp>
      <p:sp>
        <p:nvSpPr>
          <p:cNvPr id="41" name="Shape 37"/>
          <p:cNvSpPr/>
          <p:nvPr/>
        </p:nvSpPr>
        <p:spPr>
          <a:xfrm>
            <a:off x="8302625" y="1774825"/>
            <a:ext cx="3330575" cy="758825"/>
          </a:xfrm>
          <a:custGeom>
            <a:avLst/>
            <a:gdLst/>
            <a:ahLst/>
            <a:cxnLst/>
            <a:rect l="l" t="t" r="r" b="b"/>
            <a:pathLst>
              <a:path w="3330575" h="758825">
                <a:moveTo>
                  <a:pt x="76201" y="0"/>
                </a:moveTo>
                <a:lnTo>
                  <a:pt x="3254374" y="0"/>
                </a:lnTo>
                <a:cubicBezTo>
                  <a:pt x="3296459" y="0"/>
                  <a:pt x="3330575" y="34116"/>
                  <a:pt x="3330575" y="76201"/>
                </a:cubicBezTo>
                <a:lnTo>
                  <a:pt x="3330575" y="682624"/>
                </a:lnTo>
                <a:cubicBezTo>
                  <a:pt x="3330575" y="724709"/>
                  <a:pt x="3296459" y="758825"/>
                  <a:pt x="3254374" y="758825"/>
                </a:cubicBezTo>
                <a:lnTo>
                  <a:pt x="76201" y="758825"/>
                </a:lnTo>
                <a:cubicBezTo>
                  <a:pt x="34116" y="758825"/>
                  <a:pt x="0" y="724709"/>
                  <a:pt x="0" y="6826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8467">
            <a:solidFill>
              <a:srgbClr val="6C757D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8299450" y="2641602"/>
            <a:ext cx="131068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Metal Gear MG90s</a:t>
            </a:r>
            <a:endParaRPr lang="en-US" sz="1600" dirty="0"/>
          </a:p>
        </p:txBody>
      </p:sp>
      <p:sp>
        <p:nvSpPr>
          <p:cNvPr id="44" name="Text 39"/>
          <p:cNvSpPr/>
          <p:nvPr/>
        </p:nvSpPr>
        <p:spPr>
          <a:xfrm>
            <a:off x="8299450" y="2876550"/>
            <a:ext cx="3419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DB5B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Controls lid operation based on sensor feedback</a:t>
            </a:r>
            <a:endParaRPr lang="en-US" sz="1600" dirty="0"/>
          </a:p>
        </p:txBody>
      </p:sp>
      <p:sp>
        <p:nvSpPr>
          <p:cNvPr id="45" name="Shape 40"/>
          <p:cNvSpPr/>
          <p:nvPr/>
        </p:nvSpPr>
        <p:spPr>
          <a:xfrm>
            <a:off x="8137525" y="3438525"/>
            <a:ext cx="3667125" cy="2114550"/>
          </a:xfrm>
          <a:custGeom>
            <a:avLst/>
            <a:gdLst/>
            <a:ahLst/>
            <a:cxnLst/>
            <a:rect l="l" t="t" r="r" b="b"/>
            <a:pathLst>
              <a:path w="3667125" h="2114550">
                <a:moveTo>
                  <a:pt x="76208" y="0"/>
                </a:moveTo>
                <a:lnTo>
                  <a:pt x="3590917" y="0"/>
                </a:lnTo>
                <a:cubicBezTo>
                  <a:pt x="3633005" y="0"/>
                  <a:pt x="3667125" y="34120"/>
                  <a:pt x="3667125" y="76208"/>
                </a:cubicBezTo>
                <a:lnTo>
                  <a:pt x="3667125" y="2038342"/>
                </a:lnTo>
                <a:cubicBezTo>
                  <a:pt x="3667125" y="2080430"/>
                  <a:pt x="3633005" y="2114550"/>
                  <a:pt x="3590917" y="2114550"/>
                </a:cubicBezTo>
                <a:lnTo>
                  <a:pt x="76208" y="2114550"/>
                </a:lnTo>
                <a:cubicBezTo>
                  <a:pt x="34120" y="2114550"/>
                  <a:pt x="0" y="2080430"/>
                  <a:pt x="0" y="203834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6C757D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8302625" y="3603625"/>
            <a:ext cx="377825" cy="377825"/>
          </a:xfrm>
          <a:custGeom>
            <a:avLst/>
            <a:gdLst/>
            <a:ahLst/>
            <a:cxnLst/>
            <a:rect l="l" t="t" r="r" b="b"/>
            <a:pathLst>
              <a:path w="377825" h="377825">
                <a:moveTo>
                  <a:pt x="76200" y="0"/>
                </a:moveTo>
                <a:lnTo>
                  <a:pt x="301625" y="0"/>
                </a:lnTo>
                <a:cubicBezTo>
                  <a:pt x="343681" y="0"/>
                  <a:pt x="377825" y="34144"/>
                  <a:pt x="377825" y="76200"/>
                </a:cubicBezTo>
                <a:lnTo>
                  <a:pt x="377825" y="301625"/>
                </a:lnTo>
                <a:cubicBezTo>
                  <a:pt x="377825" y="343681"/>
                  <a:pt x="343681" y="377825"/>
                  <a:pt x="301625" y="377825"/>
                </a:cubicBezTo>
                <a:lnTo>
                  <a:pt x="76200" y="377825"/>
                </a:lnTo>
                <a:cubicBezTo>
                  <a:pt x="34144" y="377825"/>
                  <a:pt x="0" y="343681"/>
                  <a:pt x="0" y="3016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6C757D">
              <a:alpha val="20000"/>
            </a:srgbClr>
          </a:solidFill>
          <a:ln w="8467">
            <a:solidFill>
              <a:srgbClr val="6C757D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8428038" y="370522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6C757D"/>
          </a:solidFill>
          <a:ln/>
        </p:spPr>
      </p:sp>
      <p:sp>
        <p:nvSpPr>
          <p:cNvPr id="48" name="Text 43"/>
          <p:cNvSpPr/>
          <p:nvPr/>
        </p:nvSpPr>
        <p:spPr>
          <a:xfrm>
            <a:off x="8794750" y="3657600"/>
            <a:ext cx="1323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C75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LED Indicators</a:t>
            </a:r>
            <a:endParaRPr lang="en-US" sz="1600" dirty="0"/>
          </a:p>
        </p:txBody>
      </p:sp>
      <p:sp>
        <p:nvSpPr>
          <p:cNvPr id="49" name="Shape 44"/>
          <p:cNvSpPr/>
          <p:nvPr/>
        </p:nvSpPr>
        <p:spPr>
          <a:xfrm>
            <a:off x="8302625" y="4098925"/>
            <a:ext cx="3330575" cy="758825"/>
          </a:xfrm>
          <a:custGeom>
            <a:avLst/>
            <a:gdLst/>
            <a:ahLst/>
            <a:cxnLst/>
            <a:rect l="l" t="t" r="r" b="b"/>
            <a:pathLst>
              <a:path w="3330575" h="758825">
                <a:moveTo>
                  <a:pt x="76201" y="0"/>
                </a:moveTo>
                <a:lnTo>
                  <a:pt x="3254374" y="0"/>
                </a:lnTo>
                <a:cubicBezTo>
                  <a:pt x="3296459" y="0"/>
                  <a:pt x="3330575" y="34116"/>
                  <a:pt x="3330575" y="76201"/>
                </a:cubicBezTo>
                <a:lnTo>
                  <a:pt x="3330575" y="682624"/>
                </a:lnTo>
                <a:cubicBezTo>
                  <a:pt x="3330575" y="724709"/>
                  <a:pt x="3296459" y="758825"/>
                  <a:pt x="3254374" y="758825"/>
                </a:cubicBezTo>
                <a:lnTo>
                  <a:pt x="76201" y="758825"/>
                </a:lnTo>
                <a:cubicBezTo>
                  <a:pt x="34116" y="758825"/>
                  <a:pt x="0" y="724709"/>
                  <a:pt x="0" y="6826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8467">
            <a:solidFill>
              <a:srgbClr val="6C757D"/>
            </a:solidFill>
            <a:prstDash val="solid"/>
          </a:ln>
        </p:spPr>
      </p:sp>
      <p:pic>
        <p:nvPicPr>
          <p:cNvPr id="50" name="Image 3" descr="https://kimi-web-img.moonshot.cn/img/cdn-shop.adafruit.com/8371bb36b001afcd235c7acf6655e3a7da534d0d.jpg"/>
          <p:cNvPicPr>
            <a:picLocks noChangeAspect="1"/>
          </p:cNvPicPr>
          <p:nvPr/>
        </p:nvPicPr>
        <p:blipFill>
          <a:blip r:embed="rId5"/>
          <a:srcRect l="48" r="48"/>
          <a:stretch/>
        </p:blipFill>
        <p:spPr>
          <a:xfrm>
            <a:off x="8305800" y="4102101"/>
            <a:ext cx="3324225" cy="2495550"/>
          </a:xfrm>
          <a:prstGeom prst="roundRect">
            <a:avLst>
              <a:gd name="adj" fmla="val 10127"/>
            </a:avLst>
          </a:prstGeom>
        </p:spPr>
      </p:pic>
      <p:sp>
        <p:nvSpPr>
          <p:cNvPr id="51" name="Shape 45"/>
          <p:cNvSpPr/>
          <p:nvPr/>
        </p:nvSpPr>
        <p:spPr>
          <a:xfrm>
            <a:off x="8716367" y="49339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52" name="Text 46"/>
          <p:cNvSpPr/>
          <p:nvPr/>
        </p:nvSpPr>
        <p:spPr>
          <a:xfrm>
            <a:off x="8266113" y="5200650"/>
            <a:ext cx="113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ADB5B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Bin Full</a:t>
            </a:r>
            <a:endParaRPr lang="en-US" sz="1600" dirty="0"/>
          </a:p>
        </p:txBody>
      </p:sp>
      <p:sp>
        <p:nvSpPr>
          <p:cNvPr id="53" name="Shape 47"/>
          <p:cNvSpPr/>
          <p:nvPr/>
        </p:nvSpPr>
        <p:spPr>
          <a:xfrm>
            <a:off x="9855101" y="49339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54" name="Text 48"/>
          <p:cNvSpPr/>
          <p:nvPr/>
        </p:nvSpPr>
        <p:spPr>
          <a:xfrm>
            <a:off x="9404846" y="5200650"/>
            <a:ext cx="113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ADB5B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Warning</a:t>
            </a:r>
            <a:endParaRPr lang="en-US" sz="1600" dirty="0"/>
          </a:p>
        </p:txBody>
      </p:sp>
      <p:sp>
        <p:nvSpPr>
          <p:cNvPr id="55" name="Shape 49"/>
          <p:cNvSpPr/>
          <p:nvPr/>
        </p:nvSpPr>
        <p:spPr>
          <a:xfrm>
            <a:off x="10993835" y="49339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56" name="Text 50"/>
          <p:cNvSpPr/>
          <p:nvPr/>
        </p:nvSpPr>
        <p:spPr>
          <a:xfrm>
            <a:off x="10543580" y="5200650"/>
            <a:ext cx="113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ADB5B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Normal</a:t>
            </a:r>
            <a:endParaRPr lang="en-US" sz="1600" dirty="0"/>
          </a:p>
        </p:txBody>
      </p:sp>
      <p:sp>
        <p:nvSpPr>
          <p:cNvPr id="58" name="Shape 52"/>
          <p:cNvSpPr/>
          <p:nvPr/>
        </p:nvSpPr>
        <p:spPr>
          <a:xfrm>
            <a:off x="400050" y="628015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39FF14"/>
          </a:solidFill>
          <a:ln/>
        </p:spPr>
      </p:sp>
      <p:sp>
        <p:nvSpPr>
          <p:cNvPr id="59" name="Text 53"/>
          <p:cNvSpPr/>
          <p:nvPr/>
        </p:nvSpPr>
        <p:spPr>
          <a:xfrm>
            <a:off x="628650" y="6248400"/>
            <a:ext cx="3409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DB5B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Additional: Power supply and structural enclosure</a:t>
            </a:r>
            <a:endParaRPr lang="en-US" sz="1600" dirty="0"/>
          </a:p>
        </p:txBody>
      </p:sp>
      <p:sp>
        <p:nvSpPr>
          <p:cNvPr id="60" name="Shape 54"/>
          <p:cNvSpPr/>
          <p:nvPr/>
        </p:nvSpPr>
        <p:spPr>
          <a:xfrm>
            <a:off x="8258671" y="6286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39FF14"/>
          </a:solidFill>
          <a:ln/>
        </p:spPr>
      </p:sp>
      <p:sp>
        <p:nvSpPr>
          <p:cNvPr id="61" name="Text 55"/>
          <p:cNvSpPr/>
          <p:nvPr/>
        </p:nvSpPr>
        <p:spPr>
          <a:xfrm>
            <a:off x="8506321" y="6248400"/>
            <a:ext cx="3381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components integrated for intelligent operation</a:t>
            </a:r>
            <a:endParaRPr lang="en-US" sz="1600" dirty="0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A26D5A13-192A-E1E9-36EF-6735404D20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9449" y="1761092"/>
            <a:ext cx="3336925" cy="223346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146" y="320146"/>
            <a:ext cx="378354" cy="378354"/>
          </a:xfrm>
          <a:custGeom>
            <a:avLst/>
            <a:gdLst/>
            <a:ahLst/>
            <a:cxnLst/>
            <a:rect l="l" t="t" r="r" b="b"/>
            <a:pathLst>
              <a:path w="378354" h="378354">
                <a:moveTo>
                  <a:pt x="63499" y="0"/>
                </a:moveTo>
                <a:lnTo>
                  <a:pt x="314855" y="0"/>
                </a:lnTo>
                <a:cubicBezTo>
                  <a:pt x="349925" y="0"/>
                  <a:pt x="378354" y="28430"/>
                  <a:pt x="378354" y="63499"/>
                </a:cubicBezTo>
                <a:lnTo>
                  <a:pt x="378354" y="314855"/>
                </a:lnTo>
                <a:cubicBezTo>
                  <a:pt x="378354" y="349925"/>
                  <a:pt x="349925" y="378354"/>
                  <a:pt x="314855" y="378354"/>
                </a:cubicBezTo>
                <a:lnTo>
                  <a:pt x="63499" y="378354"/>
                </a:lnTo>
                <a:cubicBezTo>
                  <a:pt x="28430" y="378354"/>
                  <a:pt x="0" y="349925"/>
                  <a:pt x="0" y="314855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39FF14">
              <a:alpha val="20000"/>
            </a:srgbClr>
          </a:solidFill>
          <a:ln w="8467">
            <a:solidFill>
              <a:srgbClr val="39F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2750" y="412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8631" y="71438"/>
                </a:moveTo>
                <a:lnTo>
                  <a:pt x="181570" y="71438"/>
                </a:lnTo>
                <a:cubicBezTo>
                  <a:pt x="186519" y="71438"/>
                  <a:pt x="190500" y="67456"/>
                  <a:pt x="190500" y="62508"/>
                </a:cubicBezTo>
                <a:lnTo>
                  <a:pt x="190500" y="8930"/>
                </a:lnTo>
                <a:cubicBezTo>
                  <a:pt x="190500" y="5321"/>
                  <a:pt x="188342" y="2046"/>
                  <a:pt x="184993" y="670"/>
                </a:cubicBezTo>
                <a:cubicBezTo>
                  <a:pt x="181645" y="-707"/>
                  <a:pt x="177812" y="74"/>
                  <a:pt x="175245" y="2604"/>
                </a:cubicBezTo>
                <a:lnTo>
                  <a:pt x="156009" y="21878"/>
                </a:lnTo>
                <a:cubicBezTo>
                  <a:pt x="139526" y="8223"/>
                  <a:pt x="118318" y="0"/>
                  <a:pt x="95250" y="0"/>
                </a:cubicBezTo>
                <a:cubicBezTo>
                  <a:pt x="47253" y="0"/>
                  <a:pt x="7553" y="35496"/>
                  <a:pt x="967" y="81669"/>
                </a:cubicBezTo>
                <a:cubicBezTo>
                  <a:pt x="37" y="88181"/>
                  <a:pt x="4539" y="94208"/>
                  <a:pt x="11050" y="95138"/>
                </a:cubicBezTo>
                <a:cubicBezTo>
                  <a:pt x="17562" y="96069"/>
                  <a:pt x="23589" y="91529"/>
                  <a:pt x="24519" y="85055"/>
                </a:cubicBezTo>
                <a:cubicBezTo>
                  <a:pt x="29468" y="50416"/>
                  <a:pt x="59271" y="23812"/>
                  <a:pt x="95250" y="23812"/>
                </a:cubicBezTo>
                <a:cubicBezTo>
                  <a:pt x="111770" y="23812"/>
                  <a:pt x="126950" y="29394"/>
                  <a:pt x="139043" y="38807"/>
                </a:cubicBezTo>
                <a:lnTo>
                  <a:pt x="121667" y="56183"/>
                </a:lnTo>
                <a:cubicBezTo>
                  <a:pt x="119100" y="58750"/>
                  <a:pt x="118356" y="62582"/>
                  <a:pt x="119732" y="65931"/>
                </a:cubicBezTo>
                <a:cubicBezTo>
                  <a:pt x="121109" y="69279"/>
                  <a:pt x="124383" y="71438"/>
                  <a:pt x="127992" y="71438"/>
                </a:cubicBezTo>
                <a:lnTo>
                  <a:pt x="178631" y="71438"/>
                </a:lnTo>
                <a:close/>
                <a:moveTo>
                  <a:pt x="189570" y="108831"/>
                </a:moveTo>
                <a:cubicBezTo>
                  <a:pt x="190500" y="102319"/>
                  <a:pt x="185961" y="96292"/>
                  <a:pt x="179487" y="95362"/>
                </a:cubicBezTo>
                <a:cubicBezTo>
                  <a:pt x="173013" y="94431"/>
                  <a:pt x="166948" y="98971"/>
                  <a:pt x="166018" y="105445"/>
                </a:cubicBezTo>
                <a:cubicBezTo>
                  <a:pt x="161069" y="140047"/>
                  <a:pt x="131266" y="166650"/>
                  <a:pt x="95287" y="166650"/>
                </a:cubicBezTo>
                <a:cubicBezTo>
                  <a:pt x="78767" y="166650"/>
                  <a:pt x="63587" y="161069"/>
                  <a:pt x="51495" y="151656"/>
                </a:cubicBezTo>
                <a:lnTo>
                  <a:pt x="68833" y="134317"/>
                </a:lnTo>
                <a:cubicBezTo>
                  <a:pt x="71400" y="131750"/>
                  <a:pt x="72144" y="127918"/>
                  <a:pt x="70768" y="124569"/>
                </a:cubicBezTo>
                <a:cubicBezTo>
                  <a:pt x="69391" y="121221"/>
                  <a:pt x="66117" y="119063"/>
                  <a:pt x="62508" y="119063"/>
                </a:cubicBezTo>
                <a:lnTo>
                  <a:pt x="8930" y="119063"/>
                </a:lnTo>
                <a:cubicBezTo>
                  <a:pt x="3981" y="119063"/>
                  <a:pt x="0" y="123044"/>
                  <a:pt x="0" y="127992"/>
                </a:cubicBezTo>
                <a:lnTo>
                  <a:pt x="0" y="181570"/>
                </a:lnTo>
                <a:cubicBezTo>
                  <a:pt x="0" y="185179"/>
                  <a:pt x="2158" y="188454"/>
                  <a:pt x="5507" y="189830"/>
                </a:cubicBezTo>
                <a:cubicBezTo>
                  <a:pt x="8855" y="191207"/>
                  <a:pt x="12688" y="190426"/>
                  <a:pt x="15255" y="187896"/>
                </a:cubicBezTo>
                <a:lnTo>
                  <a:pt x="34528" y="168622"/>
                </a:lnTo>
                <a:cubicBezTo>
                  <a:pt x="50974" y="182277"/>
                  <a:pt x="72182" y="190500"/>
                  <a:pt x="95250" y="190500"/>
                </a:cubicBezTo>
                <a:cubicBezTo>
                  <a:pt x="143247" y="190500"/>
                  <a:pt x="182947" y="155004"/>
                  <a:pt x="189533" y="108831"/>
                </a:cubicBezTo>
                <a:close/>
              </a:path>
            </a:pathLst>
          </a:custGeom>
          <a:solidFill>
            <a:srgbClr val="39FF14"/>
          </a:solidFill>
          <a:ln/>
        </p:spPr>
      </p:sp>
      <p:sp>
        <p:nvSpPr>
          <p:cNvPr id="4" name="Text 2"/>
          <p:cNvSpPr/>
          <p:nvPr/>
        </p:nvSpPr>
        <p:spPr>
          <a:xfrm>
            <a:off x="793750" y="317500"/>
            <a:ext cx="3270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F8F9F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Working Principle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762000"/>
            <a:ext cx="1524000" cy="31750"/>
          </a:xfrm>
          <a:custGeom>
            <a:avLst/>
            <a:gdLst/>
            <a:ahLst/>
            <a:cxnLst/>
            <a:rect l="l" t="t" r="r" b="b"/>
            <a:pathLst>
              <a:path w="1524000" h="31750">
                <a:moveTo>
                  <a:pt x="0" y="0"/>
                </a:moveTo>
                <a:lnTo>
                  <a:pt x="1524000" y="0"/>
                </a:lnTo>
                <a:lnTo>
                  <a:pt x="1524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9FF14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7" name="Shape 5"/>
          <p:cNvSpPr/>
          <p:nvPr/>
        </p:nvSpPr>
        <p:spPr>
          <a:xfrm>
            <a:off x="333375" y="920750"/>
            <a:ext cx="31750" cy="1785938"/>
          </a:xfrm>
          <a:custGeom>
            <a:avLst/>
            <a:gdLst/>
            <a:ahLst/>
            <a:cxnLst/>
            <a:rect l="l" t="t" r="r" b="b"/>
            <a:pathLst>
              <a:path w="31750" h="1785938">
                <a:moveTo>
                  <a:pt x="0" y="0"/>
                </a:moveTo>
                <a:lnTo>
                  <a:pt x="31750" y="0"/>
                </a:lnTo>
                <a:lnTo>
                  <a:pt x="31750" y="1785938"/>
                </a:lnTo>
                <a:lnTo>
                  <a:pt x="0" y="1785938"/>
                </a:lnTo>
                <a:lnTo>
                  <a:pt x="0" y="0"/>
                </a:lnTo>
                <a:close/>
              </a:path>
            </a:pathLst>
          </a:custGeom>
          <a:solidFill>
            <a:srgbClr val="39FF14"/>
          </a:solidFill>
          <a:ln/>
        </p:spPr>
      </p:sp>
      <p:sp>
        <p:nvSpPr>
          <p:cNvPr id="8" name="Shape 6"/>
          <p:cNvSpPr/>
          <p:nvPr/>
        </p:nvSpPr>
        <p:spPr>
          <a:xfrm>
            <a:off x="478896" y="1373188"/>
            <a:ext cx="314854" cy="314854"/>
          </a:xfrm>
          <a:custGeom>
            <a:avLst/>
            <a:gdLst/>
            <a:ahLst/>
            <a:cxnLst/>
            <a:rect l="l" t="t" r="r" b="b"/>
            <a:pathLst>
              <a:path w="314854" h="314854">
                <a:moveTo>
                  <a:pt x="157427" y="0"/>
                </a:moveTo>
                <a:lnTo>
                  <a:pt x="157427" y="0"/>
                </a:lnTo>
                <a:cubicBezTo>
                  <a:pt x="244313" y="0"/>
                  <a:pt x="314854" y="70541"/>
                  <a:pt x="314854" y="157427"/>
                </a:cubicBezTo>
                <a:lnTo>
                  <a:pt x="314854" y="157427"/>
                </a:lnTo>
                <a:cubicBezTo>
                  <a:pt x="314854" y="244313"/>
                  <a:pt x="244313" y="314854"/>
                  <a:pt x="157427" y="314854"/>
                </a:cubicBezTo>
                <a:lnTo>
                  <a:pt x="157427" y="314854"/>
                </a:lnTo>
                <a:cubicBezTo>
                  <a:pt x="70541" y="314854"/>
                  <a:pt x="0" y="244313"/>
                  <a:pt x="0" y="157427"/>
                </a:cubicBezTo>
                <a:lnTo>
                  <a:pt x="0" y="157427"/>
                </a:lnTo>
                <a:cubicBezTo>
                  <a:pt x="0" y="70541"/>
                  <a:pt x="70541" y="0"/>
                  <a:pt x="157427" y="0"/>
                </a:cubicBezTo>
                <a:close/>
              </a:path>
            </a:pathLst>
          </a:custGeom>
          <a:solidFill>
            <a:srgbClr val="39FF14">
              <a:alpha val="20000"/>
            </a:srgbClr>
          </a:solidFill>
          <a:ln w="8467">
            <a:solidFill>
              <a:srgbClr val="39FF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9782" y="1418167"/>
            <a:ext cx="127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39FF1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89000" y="1402292"/>
            <a:ext cx="1349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39FF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Detection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6250" y="1783292"/>
            <a:ext cx="4627563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External ultrasonic sensor detects user or object near the dustbin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6250" y="2053167"/>
            <a:ext cx="4627563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ADB5B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Triggers servo motor to automatically open the lid for waste disposal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33375" y="2836335"/>
            <a:ext cx="31750" cy="1785938"/>
          </a:xfrm>
          <a:custGeom>
            <a:avLst/>
            <a:gdLst/>
            <a:ahLst/>
            <a:cxnLst/>
            <a:rect l="l" t="t" r="r" b="b"/>
            <a:pathLst>
              <a:path w="31750" h="1785938">
                <a:moveTo>
                  <a:pt x="0" y="0"/>
                </a:moveTo>
                <a:lnTo>
                  <a:pt x="31750" y="0"/>
                </a:lnTo>
                <a:lnTo>
                  <a:pt x="31750" y="1785938"/>
                </a:lnTo>
                <a:lnTo>
                  <a:pt x="0" y="1785938"/>
                </a:lnTo>
                <a:lnTo>
                  <a:pt x="0" y="0"/>
                </a:lnTo>
                <a:close/>
              </a:path>
            </a:pathLst>
          </a:custGeom>
          <a:solidFill>
            <a:srgbClr val="6C757D"/>
          </a:solidFill>
          <a:ln/>
        </p:spPr>
      </p:sp>
      <p:sp>
        <p:nvSpPr>
          <p:cNvPr id="14" name="Shape 12"/>
          <p:cNvSpPr/>
          <p:nvPr/>
        </p:nvSpPr>
        <p:spPr>
          <a:xfrm>
            <a:off x="478896" y="3288771"/>
            <a:ext cx="314854" cy="314854"/>
          </a:xfrm>
          <a:custGeom>
            <a:avLst/>
            <a:gdLst/>
            <a:ahLst/>
            <a:cxnLst/>
            <a:rect l="l" t="t" r="r" b="b"/>
            <a:pathLst>
              <a:path w="314854" h="314854">
                <a:moveTo>
                  <a:pt x="157427" y="0"/>
                </a:moveTo>
                <a:lnTo>
                  <a:pt x="157427" y="0"/>
                </a:lnTo>
                <a:cubicBezTo>
                  <a:pt x="244313" y="0"/>
                  <a:pt x="314854" y="70541"/>
                  <a:pt x="314854" y="157427"/>
                </a:cubicBezTo>
                <a:lnTo>
                  <a:pt x="314854" y="157427"/>
                </a:lnTo>
                <a:cubicBezTo>
                  <a:pt x="314854" y="244313"/>
                  <a:pt x="244313" y="314854"/>
                  <a:pt x="157427" y="314854"/>
                </a:cubicBezTo>
                <a:lnTo>
                  <a:pt x="157427" y="314854"/>
                </a:lnTo>
                <a:cubicBezTo>
                  <a:pt x="70541" y="314854"/>
                  <a:pt x="0" y="244313"/>
                  <a:pt x="0" y="157427"/>
                </a:cubicBezTo>
                <a:lnTo>
                  <a:pt x="0" y="157427"/>
                </a:lnTo>
                <a:cubicBezTo>
                  <a:pt x="0" y="70541"/>
                  <a:pt x="70541" y="0"/>
                  <a:pt x="157427" y="0"/>
                </a:cubicBezTo>
                <a:close/>
              </a:path>
            </a:pathLst>
          </a:custGeom>
          <a:solidFill>
            <a:srgbClr val="6C757D">
              <a:alpha val="20000"/>
            </a:srgbClr>
          </a:solidFill>
          <a:ln w="8467">
            <a:solidFill>
              <a:srgbClr val="6C757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568" y="3333750"/>
            <a:ext cx="158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6C75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89000" y="3317875"/>
            <a:ext cx="12303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6C75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Lid Operation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6250" y="3698875"/>
            <a:ext cx="4627563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Lid remains open for a predefined delay period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6250" y="3968750"/>
            <a:ext cx="4627563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ADB5B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Allows sufficient time for safe and convenient waste disposal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33375" y="4751917"/>
            <a:ext cx="31750" cy="1785938"/>
          </a:xfrm>
          <a:custGeom>
            <a:avLst/>
            <a:gdLst/>
            <a:ahLst/>
            <a:cxnLst/>
            <a:rect l="l" t="t" r="r" b="b"/>
            <a:pathLst>
              <a:path w="31750" h="1785938">
                <a:moveTo>
                  <a:pt x="0" y="0"/>
                </a:moveTo>
                <a:lnTo>
                  <a:pt x="31750" y="0"/>
                </a:lnTo>
                <a:lnTo>
                  <a:pt x="31750" y="1785938"/>
                </a:lnTo>
                <a:lnTo>
                  <a:pt x="0" y="1785938"/>
                </a:lnTo>
                <a:lnTo>
                  <a:pt x="0" y="0"/>
                </a:lnTo>
                <a:close/>
              </a:path>
            </a:pathLst>
          </a:custGeom>
          <a:solidFill>
            <a:srgbClr val="6C757D"/>
          </a:solidFill>
          <a:ln/>
        </p:spPr>
      </p:sp>
      <p:sp>
        <p:nvSpPr>
          <p:cNvPr id="20" name="Shape 18"/>
          <p:cNvSpPr/>
          <p:nvPr/>
        </p:nvSpPr>
        <p:spPr>
          <a:xfrm>
            <a:off x="478896" y="5204355"/>
            <a:ext cx="314854" cy="314854"/>
          </a:xfrm>
          <a:custGeom>
            <a:avLst/>
            <a:gdLst/>
            <a:ahLst/>
            <a:cxnLst/>
            <a:rect l="l" t="t" r="r" b="b"/>
            <a:pathLst>
              <a:path w="314854" h="314854">
                <a:moveTo>
                  <a:pt x="157427" y="0"/>
                </a:moveTo>
                <a:lnTo>
                  <a:pt x="157427" y="0"/>
                </a:lnTo>
                <a:cubicBezTo>
                  <a:pt x="244313" y="0"/>
                  <a:pt x="314854" y="70541"/>
                  <a:pt x="314854" y="157427"/>
                </a:cubicBezTo>
                <a:lnTo>
                  <a:pt x="314854" y="157427"/>
                </a:lnTo>
                <a:cubicBezTo>
                  <a:pt x="314854" y="244313"/>
                  <a:pt x="244313" y="314854"/>
                  <a:pt x="157427" y="314854"/>
                </a:cubicBezTo>
                <a:lnTo>
                  <a:pt x="157427" y="314854"/>
                </a:lnTo>
                <a:cubicBezTo>
                  <a:pt x="70541" y="314854"/>
                  <a:pt x="0" y="244313"/>
                  <a:pt x="0" y="157427"/>
                </a:cubicBezTo>
                <a:lnTo>
                  <a:pt x="0" y="157427"/>
                </a:lnTo>
                <a:cubicBezTo>
                  <a:pt x="0" y="70541"/>
                  <a:pt x="70541" y="0"/>
                  <a:pt x="157427" y="0"/>
                </a:cubicBezTo>
                <a:close/>
              </a:path>
            </a:pathLst>
          </a:custGeom>
          <a:solidFill>
            <a:srgbClr val="6C757D">
              <a:alpha val="20000"/>
            </a:srgbClr>
          </a:solidFill>
          <a:ln w="8467">
            <a:solidFill>
              <a:srgbClr val="6C757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2501" y="5249335"/>
            <a:ext cx="166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6C75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89000" y="5233460"/>
            <a:ext cx="1825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6C75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Fill-Level Monitoring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6250" y="5614460"/>
            <a:ext cx="4627563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Internal ultrasonic sensor continuously monitors the fill level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6250" y="5884335"/>
            <a:ext cx="4627563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ADB5B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Provides real-time feedback to prevent overfilling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207000" y="928688"/>
            <a:ext cx="3730625" cy="4429125"/>
          </a:xfrm>
          <a:custGeom>
            <a:avLst/>
            <a:gdLst/>
            <a:ahLst/>
            <a:cxnLst/>
            <a:rect l="l" t="t" r="r" b="b"/>
            <a:pathLst>
              <a:path w="3730625" h="4429125">
                <a:moveTo>
                  <a:pt x="63495" y="0"/>
                </a:moveTo>
                <a:lnTo>
                  <a:pt x="3667130" y="0"/>
                </a:lnTo>
                <a:cubicBezTo>
                  <a:pt x="3702197" y="0"/>
                  <a:pt x="3730625" y="28428"/>
                  <a:pt x="3730625" y="63495"/>
                </a:cubicBezTo>
                <a:lnTo>
                  <a:pt x="3730625" y="4365630"/>
                </a:lnTo>
                <a:cubicBezTo>
                  <a:pt x="3730625" y="4400697"/>
                  <a:pt x="3702197" y="4429125"/>
                  <a:pt x="3667130" y="4429125"/>
                </a:cubicBezTo>
                <a:lnTo>
                  <a:pt x="63495" y="4429125"/>
                </a:lnTo>
                <a:cubicBezTo>
                  <a:pt x="28428" y="4429125"/>
                  <a:pt x="0" y="4400697"/>
                  <a:pt x="0" y="4365630"/>
                </a:cubicBezTo>
                <a:lnTo>
                  <a:pt x="0" y="63495"/>
                </a:lnTo>
                <a:cubicBezTo>
                  <a:pt x="0" y="28428"/>
                  <a:pt x="28428" y="0"/>
                  <a:pt x="63495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39FF1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112250" y="928688"/>
            <a:ext cx="2754313" cy="1770063"/>
          </a:xfrm>
          <a:custGeom>
            <a:avLst/>
            <a:gdLst/>
            <a:ahLst/>
            <a:cxnLst/>
            <a:rect l="l" t="t" r="r" b="b"/>
            <a:pathLst>
              <a:path w="2754313" h="1770063">
                <a:moveTo>
                  <a:pt x="63492" y="0"/>
                </a:moveTo>
                <a:lnTo>
                  <a:pt x="2690820" y="0"/>
                </a:lnTo>
                <a:cubicBezTo>
                  <a:pt x="2725886" y="0"/>
                  <a:pt x="2754313" y="28426"/>
                  <a:pt x="2754313" y="63492"/>
                </a:cubicBezTo>
                <a:lnTo>
                  <a:pt x="2754313" y="1706570"/>
                </a:lnTo>
                <a:cubicBezTo>
                  <a:pt x="2754313" y="1741636"/>
                  <a:pt x="2725886" y="1770063"/>
                  <a:pt x="2690820" y="1770063"/>
                </a:cubicBezTo>
                <a:lnTo>
                  <a:pt x="63492" y="1770063"/>
                </a:lnTo>
                <a:cubicBezTo>
                  <a:pt x="28426" y="1770063"/>
                  <a:pt x="0" y="1741636"/>
                  <a:pt x="0" y="1706570"/>
                </a:cubicBezTo>
                <a:lnTo>
                  <a:pt x="0" y="63492"/>
                </a:lnTo>
                <a:cubicBezTo>
                  <a:pt x="0" y="28426"/>
                  <a:pt x="28426" y="0"/>
                  <a:pt x="63492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FB2C3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267031" y="123560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51780" y="51780"/>
                </a:moveTo>
                <a:cubicBezTo>
                  <a:pt x="54694" y="48865"/>
                  <a:pt x="59407" y="48865"/>
                  <a:pt x="62291" y="51780"/>
                </a:cubicBezTo>
                <a:lnTo>
                  <a:pt x="79344" y="68833"/>
                </a:lnTo>
                <a:lnTo>
                  <a:pt x="96397" y="51780"/>
                </a:lnTo>
                <a:cubicBezTo>
                  <a:pt x="99312" y="48865"/>
                  <a:pt x="104025" y="48865"/>
                  <a:pt x="106908" y="51780"/>
                </a:cubicBezTo>
                <a:cubicBezTo>
                  <a:pt x="109792" y="54694"/>
                  <a:pt x="109823" y="59407"/>
                  <a:pt x="106908" y="62291"/>
                </a:cubicBezTo>
                <a:lnTo>
                  <a:pt x="89855" y="79344"/>
                </a:lnTo>
                <a:lnTo>
                  <a:pt x="106908" y="96397"/>
                </a:lnTo>
                <a:cubicBezTo>
                  <a:pt x="109823" y="99312"/>
                  <a:pt x="109823" y="104025"/>
                  <a:pt x="106908" y="106908"/>
                </a:cubicBezTo>
                <a:cubicBezTo>
                  <a:pt x="103994" y="109792"/>
                  <a:pt x="99281" y="109823"/>
                  <a:pt x="96397" y="106908"/>
                </a:cubicBezTo>
                <a:lnTo>
                  <a:pt x="79344" y="89855"/>
                </a:lnTo>
                <a:lnTo>
                  <a:pt x="62291" y="106908"/>
                </a:lnTo>
                <a:cubicBezTo>
                  <a:pt x="59376" y="109823"/>
                  <a:pt x="54663" y="109823"/>
                  <a:pt x="51780" y="106908"/>
                </a:cubicBezTo>
                <a:cubicBezTo>
                  <a:pt x="48896" y="103994"/>
                  <a:pt x="48865" y="99281"/>
                  <a:pt x="51780" y="96397"/>
                </a:cubicBezTo>
                <a:lnTo>
                  <a:pt x="68833" y="79344"/>
                </a:lnTo>
                <a:lnTo>
                  <a:pt x="51780" y="62291"/>
                </a:lnTo>
                <a:cubicBezTo>
                  <a:pt x="48865" y="59376"/>
                  <a:pt x="48865" y="54663"/>
                  <a:pt x="51780" y="5178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29" name="Text 26"/>
          <p:cNvSpPr/>
          <p:nvPr/>
        </p:nvSpPr>
        <p:spPr>
          <a:xfrm>
            <a:off x="9509125" y="1203855"/>
            <a:ext cx="658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B2C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 State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9247188" y="1521355"/>
            <a:ext cx="2547938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bin reaches maximum capacity: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9263063" y="1822980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79697" y="89529"/>
                </a:moveTo>
                <a:lnTo>
                  <a:pt x="21596" y="31428"/>
                </a:lnTo>
                <a:cubicBezTo>
                  <a:pt x="16734" y="38243"/>
                  <a:pt x="13891" y="46577"/>
                  <a:pt x="13891" y="55563"/>
                </a:cubicBezTo>
                <a:cubicBezTo>
                  <a:pt x="13891" y="78569"/>
                  <a:pt x="32556" y="97234"/>
                  <a:pt x="55563" y="97234"/>
                </a:cubicBezTo>
                <a:cubicBezTo>
                  <a:pt x="64570" y="97234"/>
                  <a:pt x="72904" y="94391"/>
                  <a:pt x="79697" y="89529"/>
                </a:cubicBezTo>
                <a:close/>
                <a:moveTo>
                  <a:pt x="89529" y="79697"/>
                </a:moveTo>
                <a:cubicBezTo>
                  <a:pt x="94391" y="72882"/>
                  <a:pt x="97234" y="64548"/>
                  <a:pt x="97234" y="55563"/>
                </a:cubicBezTo>
                <a:cubicBezTo>
                  <a:pt x="97234" y="32556"/>
                  <a:pt x="78569" y="13891"/>
                  <a:pt x="55563" y="13891"/>
                </a:cubicBezTo>
                <a:cubicBezTo>
                  <a:pt x="46555" y="13891"/>
                  <a:pt x="38221" y="16734"/>
                  <a:pt x="31428" y="21596"/>
                </a:cubicBezTo>
                <a:lnTo>
                  <a:pt x="89529" y="79697"/>
                </a:lnTo>
                <a:close/>
                <a:moveTo>
                  <a:pt x="0" y="55563"/>
                </a:moveTo>
                <a:cubicBezTo>
                  <a:pt x="0" y="24897"/>
                  <a:pt x="24897" y="0"/>
                  <a:pt x="55562" y="0"/>
                </a:cubicBezTo>
                <a:cubicBezTo>
                  <a:pt x="86228" y="0"/>
                  <a:pt x="111125" y="24897"/>
                  <a:pt x="111125" y="55562"/>
                </a:cubicBezTo>
                <a:cubicBezTo>
                  <a:pt x="111125" y="86228"/>
                  <a:pt x="86228" y="111125"/>
                  <a:pt x="55563" y="111125"/>
                </a:cubicBezTo>
                <a:cubicBezTo>
                  <a:pt x="24897" y="111125"/>
                  <a:pt x="0" y="86228"/>
                  <a:pt x="0" y="55563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32" name="Text 29"/>
          <p:cNvSpPr/>
          <p:nvPr/>
        </p:nvSpPr>
        <p:spPr>
          <a:xfrm>
            <a:off x="9449594" y="1791230"/>
            <a:ext cx="1857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DB5B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Disables lid-opening mechanism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9276953" y="2045230"/>
            <a:ext cx="83344" cy="111125"/>
          </a:xfrm>
          <a:custGeom>
            <a:avLst/>
            <a:gdLst/>
            <a:ahLst/>
            <a:cxnLst/>
            <a:rect l="l" t="t" r="r" b="b"/>
            <a:pathLst>
              <a:path w="83344" h="111125">
                <a:moveTo>
                  <a:pt x="63571" y="83344"/>
                </a:moveTo>
                <a:cubicBezTo>
                  <a:pt x="65156" y="78504"/>
                  <a:pt x="68325" y="74120"/>
                  <a:pt x="71906" y="70343"/>
                </a:cubicBezTo>
                <a:cubicBezTo>
                  <a:pt x="79003" y="62877"/>
                  <a:pt x="83344" y="52784"/>
                  <a:pt x="83344" y="41672"/>
                </a:cubicBezTo>
                <a:cubicBezTo>
                  <a:pt x="83344" y="18666"/>
                  <a:pt x="64678" y="0"/>
                  <a:pt x="41672" y="0"/>
                </a:cubicBezTo>
                <a:cubicBezTo>
                  <a:pt x="18666" y="0"/>
                  <a:pt x="0" y="18666"/>
                  <a:pt x="0" y="41672"/>
                </a:cubicBezTo>
                <a:cubicBezTo>
                  <a:pt x="0" y="52784"/>
                  <a:pt x="4341" y="62877"/>
                  <a:pt x="11438" y="70343"/>
                </a:cubicBezTo>
                <a:cubicBezTo>
                  <a:pt x="15019" y="74120"/>
                  <a:pt x="18210" y="78504"/>
                  <a:pt x="19772" y="83344"/>
                </a:cubicBezTo>
                <a:lnTo>
                  <a:pt x="63550" y="83344"/>
                </a:lnTo>
                <a:close/>
                <a:moveTo>
                  <a:pt x="62508" y="93762"/>
                </a:moveTo>
                <a:lnTo>
                  <a:pt x="20836" y="93762"/>
                </a:lnTo>
                <a:lnTo>
                  <a:pt x="20836" y="97234"/>
                </a:lnTo>
                <a:cubicBezTo>
                  <a:pt x="20836" y="106828"/>
                  <a:pt x="28606" y="114598"/>
                  <a:pt x="38199" y="114598"/>
                </a:cubicBezTo>
                <a:lnTo>
                  <a:pt x="45145" y="114598"/>
                </a:lnTo>
                <a:cubicBezTo>
                  <a:pt x="54738" y="114598"/>
                  <a:pt x="62508" y="106828"/>
                  <a:pt x="62508" y="97234"/>
                </a:cubicBezTo>
                <a:lnTo>
                  <a:pt x="62508" y="93762"/>
                </a:lnTo>
                <a:close/>
                <a:moveTo>
                  <a:pt x="39936" y="24309"/>
                </a:moveTo>
                <a:cubicBezTo>
                  <a:pt x="31297" y="24309"/>
                  <a:pt x="24309" y="31297"/>
                  <a:pt x="24309" y="39936"/>
                </a:cubicBezTo>
                <a:cubicBezTo>
                  <a:pt x="24309" y="42822"/>
                  <a:pt x="21986" y="45145"/>
                  <a:pt x="19100" y="45145"/>
                </a:cubicBezTo>
                <a:cubicBezTo>
                  <a:pt x="16213" y="45145"/>
                  <a:pt x="13891" y="42822"/>
                  <a:pt x="13891" y="39936"/>
                </a:cubicBezTo>
                <a:cubicBezTo>
                  <a:pt x="13891" y="25546"/>
                  <a:pt x="25546" y="13891"/>
                  <a:pt x="39936" y="13891"/>
                </a:cubicBezTo>
                <a:cubicBezTo>
                  <a:pt x="42822" y="13891"/>
                  <a:pt x="45145" y="16213"/>
                  <a:pt x="45145" y="19100"/>
                </a:cubicBezTo>
                <a:cubicBezTo>
                  <a:pt x="45145" y="21986"/>
                  <a:pt x="42822" y="24309"/>
                  <a:pt x="39936" y="24309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34" name="Text 31"/>
          <p:cNvSpPr/>
          <p:nvPr/>
        </p:nvSpPr>
        <p:spPr>
          <a:xfrm>
            <a:off x="9449594" y="2013480"/>
            <a:ext cx="1547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DB5B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Activates red indicator LED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9263063" y="2267480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0"/>
                </a:moveTo>
                <a:cubicBezTo>
                  <a:pt x="56561" y="0"/>
                  <a:pt x="57559" y="217"/>
                  <a:pt x="58471" y="629"/>
                </a:cubicBezTo>
                <a:lnTo>
                  <a:pt x="99361" y="17971"/>
                </a:lnTo>
                <a:cubicBezTo>
                  <a:pt x="104136" y="19989"/>
                  <a:pt x="107696" y="24699"/>
                  <a:pt x="107674" y="30386"/>
                </a:cubicBezTo>
                <a:cubicBezTo>
                  <a:pt x="107566" y="51916"/>
                  <a:pt x="98710" y="91309"/>
                  <a:pt x="61314" y="109215"/>
                </a:cubicBezTo>
                <a:cubicBezTo>
                  <a:pt x="57690" y="110951"/>
                  <a:pt x="53479" y="110951"/>
                  <a:pt x="49854" y="109215"/>
                </a:cubicBezTo>
                <a:cubicBezTo>
                  <a:pt x="12436" y="91309"/>
                  <a:pt x="3603" y="51916"/>
                  <a:pt x="3494" y="30386"/>
                </a:cubicBezTo>
                <a:cubicBezTo>
                  <a:pt x="3473" y="24699"/>
                  <a:pt x="7032" y="19989"/>
                  <a:pt x="11807" y="17971"/>
                </a:cubicBezTo>
                <a:lnTo>
                  <a:pt x="52676" y="629"/>
                </a:lnTo>
                <a:cubicBezTo>
                  <a:pt x="53587" y="217"/>
                  <a:pt x="54564" y="0"/>
                  <a:pt x="55563" y="0"/>
                </a:cubicBezTo>
                <a:close/>
                <a:moveTo>
                  <a:pt x="55563" y="14498"/>
                </a:moveTo>
                <a:lnTo>
                  <a:pt x="55563" y="96562"/>
                </a:lnTo>
                <a:cubicBezTo>
                  <a:pt x="85514" y="82063"/>
                  <a:pt x="93566" y="49941"/>
                  <a:pt x="93762" y="30711"/>
                </a:cubicBezTo>
                <a:lnTo>
                  <a:pt x="55563" y="14520"/>
                </a:lnTo>
                <a:lnTo>
                  <a:pt x="55563" y="14520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36" name="Text 33"/>
          <p:cNvSpPr/>
          <p:nvPr/>
        </p:nvSpPr>
        <p:spPr>
          <a:xfrm>
            <a:off x="9449594" y="2235730"/>
            <a:ext cx="1920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DB5B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Prevents further use until emptied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9112250" y="2844272"/>
            <a:ext cx="2754313" cy="1770063"/>
          </a:xfrm>
          <a:custGeom>
            <a:avLst/>
            <a:gdLst/>
            <a:ahLst/>
            <a:cxnLst/>
            <a:rect l="l" t="t" r="r" b="b"/>
            <a:pathLst>
              <a:path w="2754313" h="1770063">
                <a:moveTo>
                  <a:pt x="63492" y="0"/>
                </a:moveTo>
                <a:lnTo>
                  <a:pt x="2690820" y="0"/>
                </a:lnTo>
                <a:cubicBezTo>
                  <a:pt x="2725886" y="0"/>
                  <a:pt x="2754313" y="28426"/>
                  <a:pt x="2754313" y="63492"/>
                </a:cubicBezTo>
                <a:lnTo>
                  <a:pt x="2754313" y="1706570"/>
                </a:lnTo>
                <a:cubicBezTo>
                  <a:pt x="2754313" y="1741636"/>
                  <a:pt x="2725886" y="1770063"/>
                  <a:pt x="2690820" y="1770063"/>
                </a:cubicBezTo>
                <a:lnTo>
                  <a:pt x="63492" y="1770063"/>
                </a:lnTo>
                <a:cubicBezTo>
                  <a:pt x="28426" y="1770063"/>
                  <a:pt x="0" y="1741636"/>
                  <a:pt x="0" y="1706570"/>
                </a:cubicBezTo>
                <a:lnTo>
                  <a:pt x="0" y="63492"/>
                </a:lnTo>
                <a:cubicBezTo>
                  <a:pt x="0" y="28426"/>
                  <a:pt x="28426" y="0"/>
                  <a:pt x="63492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F0B100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267031" y="315118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cubicBezTo>
                  <a:pt x="83933" y="0"/>
                  <a:pt x="88119" y="2511"/>
                  <a:pt x="90289" y="6511"/>
                </a:cubicBezTo>
                <a:lnTo>
                  <a:pt x="157262" y="130535"/>
                </a:lnTo>
                <a:cubicBezTo>
                  <a:pt x="159339" y="134379"/>
                  <a:pt x="159246" y="139030"/>
                  <a:pt x="157014" y="142782"/>
                </a:cubicBezTo>
                <a:cubicBezTo>
                  <a:pt x="154781" y="146534"/>
                  <a:pt x="150719" y="148828"/>
                  <a:pt x="146348" y="148828"/>
                </a:cubicBezTo>
                <a:lnTo>
                  <a:pt x="12402" y="148828"/>
                </a:lnTo>
                <a:cubicBezTo>
                  <a:pt x="8031" y="148828"/>
                  <a:pt x="4000" y="146534"/>
                  <a:pt x="1736" y="142782"/>
                </a:cubicBezTo>
                <a:cubicBezTo>
                  <a:pt x="-527" y="139030"/>
                  <a:pt x="-589" y="134379"/>
                  <a:pt x="1488" y="130535"/>
                </a:cubicBezTo>
                <a:lnTo>
                  <a:pt x="68461" y="6511"/>
                </a:lnTo>
                <a:cubicBezTo>
                  <a:pt x="70631" y="2511"/>
                  <a:pt x="74817" y="0"/>
                  <a:pt x="79375" y="0"/>
                </a:cubicBezTo>
                <a:close/>
                <a:moveTo>
                  <a:pt x="79375" y="52090"/>
                </a:moveTo>
                <a:cubicBezTo>
                  <a:pt x="75251" y="52090"/>
                  <a:pt x="71934" y="55407"/>
                  <a:pt x="71934" y="59531"/>
                </a:cubicBezTo>
                <a:lnTo>
                  <a:pt x="71934" y="94258"/>
                </a:lnTo>
                <a:cubicBezTo>
                  <a:pt x="71934" y="98382"/>
                  <a:pt x="75251" y="101699"/>
                  <a:pt x="79375" y="101699"/>
                </a:cubicBezTo>
                <a:cubicBezTo>
                  <a:pt x="83499" y="101699"/>
                  <a:pt x="86816" y="98382"/>
                  <a:pt x="86816" y="94258"/>
                </a:cubicBezTo>
                <a:lnTo>
                  <a:pt x="86816" y="59531"/>
                </a:lnTo>
                <a:cubicBezTo>
                  <a:pt x="86816" y="55407"/>
                  <a:pt x="83499" y="52090"/>
                  <a:pt x="79375" y="52090"/>
                </a:cubicBezTo>
                <a:close/>
                <a:moveTo>
                  <a:pt x="87654" y="119062"/>
                </a:moveTo>
                <a:cubicBezTo>
                  <a:pt x="87842" y="115990"/>
                  <a:pt x="86309" y="113066"/>
                  <a:pt x="83675" y="111473"/>
                </a:cubicBezTo>
                <a:cubicBezTo>
                  <a:pt x="81041" y="109879"/>
                  <a:pt x="77740" y="109879"/>
                  <a:pt x="75106" y="111473"/>
                </a:cubicBezTo>
                <a:cubicBezTo>
                  <a:pt x="72472" y="113066"/>
                  <a:pt x="70939" y="115990"/>
                  <a:pt x="71127" y="119062"/>
                </a:cubicBezTo>
                <a:cubicBezTo>
                  <a:pt x="70939" y="122135"/>
                  <a:pt x="72472" y="125059"/>
                  <a:pt x="75106" y="126652"/>
                </a:cubicBezTo>
                <a:cubicBezTo>
                  <a:pt x="77740" y="128246"/>
                  <a:pt x="81041" y="128246"/>
                  <a:pt x="83675" y="126652"/>
                </a:cubicBezTo>
                <a:cubicBezTo>
                  <a:pt x="86309" y="125059"/>
                  <a:pt x="87842" y="122135"/>
                  <a:pt x="87654" y="119062"/>
                </a:cubicBez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39" name="Text 36"/>
          <p:cNvSpPr/>
          <p:nvPr/>
        </p:nvSpPr>
        <p:spPr>
          <a:xfrm>
            <a:off x="9509125" y="3119438"/>
            <a:ext cx="912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0B1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Safety Check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9247188" y="3436938"/>
            <a:ext cx="2547938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 closing the lid: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9263063" y="3738563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90289" y="45145"/>
                </a:moveTo>
                <a:cubicBezTo>
                  <a:pt x="90289" y="55107"/>
                  <a:pt x="87055" y="64309"/>
                  <a:pt x="81607" y="71775"/>
                </a:cubicBezTo>
                <a:lnTo>
                  <a:pt x="109085" y="99275"/>
                </a:lnTo>
                <a:cubicBezTo>
                  <a:pt x="111798" y="101988"/>
                  <a:pt x="111798" y="106394"/>
                  <a:pt x="109085" y="109107"/>
                </a:cubicBezTo>
                <a:cubicBezTo>
                  <a:pt x="106372" y="111820"/>
                  <a:pt x="101966" y="111820"/>
                  <a:pt x="99253" y="109107"/>
                </a:cubicBezTo>
                <a:lnTo>
                  <a:pt x="71775" y="81607"/>
                </a:lnTo>
                <a:cubicBezTo>
                  <a:pt x="64309" y="87055"/>
                  <a:pt x="55107" y="90289"/>
                  <a:pt x="45145" y="90289"/>
                </a:cubicBezTo>
                <a:cubicBezTo>
                  <a:pt x="20207" y="90289"/>
                  <a:pt x="0" y="70083"/>
                  <a:pt x="0" y="45145"/>
                </a:cubicBezTo>
                <a:cubicBezTo>
                  <a:pt x="0" y="20207"/>
                  <a:pt x="20207" y="0"/>
                  <a:pt x="45145" y="0"/>
                </a:cubicBezTo>
                <a:cubicBezTo>
                  <a:pt x="70083" y="0"/>
                  <a:pt x="90289" y="20207"/>
                  <a:pt x="90289" y="45145"/>
                </a:cubicBezTo>
                <a:close/>
                <a:moveTo>
                  <a:pt x="45145" y="76398"/>
                </a:moveTo>
                <a:cubicBezTo>
                  <a:pt x="62394" y="76398"/>
                  <a:pt x="76398" y="62394"/>
                  <a:pt x="76398" y="45145"/>
                </a:cubicBezTo>
                <a:cubicBezTo>
                  <a:pt x="76398" y="27895"/>
                  <a:pt x="62394" y="13891"/>
                  <a:pt x="45145" y="13891"/>
                </a:cubicBezTo>
                <a:cubicBezTo>
                  <a:pt x="27895" y="13891"/>
                  <a:pt x="13891" y="27895"/>
                  <a:pt x="13891" y="45145"/>
                </a:cubicBezTo>
                <a:cubicBezTo>
                  <a:pt x="13891" y="62394"/>
                  <a:pt x="27895" y="76398"/>
                  <a:pt x="45145" y="76398"/>
                </a:cubicBez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42" name="Text 39"/>
          <p:cNvSpPr/>
          <p:nvPr/>
        </p:nvSpPr>
        <p:spPr>
          <a:xfrm>
            <a:off x="9449594" y="3706813"/>
            <a:ext cx="2087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DB5B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rechecks for object presence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9276953" y="3960813"/>
            <a:ext cx="83344" cy="111125"/>
          </a:xfrm>
          <a:custGeom>
            <a:avLst/>
            <a:gdLst/>
            <a:ahLst/>
            <a:cxnLst/>
            <a:rect l="l" t="t" r="r" b="b"/>
            <a:pathLst>
              <a:path w="83344" h="111125">
                <a:moveTo>
                  <a:pt x="63571" y="83344"/>
                </a:moveTo>
                <a:cubicBezTo>
                  <a:pt x="65156" y="78504"/>
                  <a:pt x="68325" y="74120"/>
                  <a:pt x="71906" y="70343"/>
                </a:cubicBezTo>
                <a:cubicBezTo>
                  <a:pt x="79003" y="62877"/>
                  <a:pt x="83344" y="52784"/>
                  <a:pt x="83344" y="41672"/>
                </a:cubicBezTo>
                <a:cubicBezTo>
                  <a:pt x="83344" y="18666"/>
                  <a:pt x="64678" y="0"/>
                  <a:pt x="41672" y="0"/>
                </a:cubicBezTo>
                <a:cubicBezTo>
                  <a:pt x="18666" y="0"/>
                  <a:pt x="0" y="18666"/>
                  <a:pt x="0" y="41672"/>
                </a:cubicBezTo>
                <a:cubicBezTo>
                  <a:pt x="0" y="52784"/>
                  <a:pt x="4341" y="62877"/>
                  <a:pt x="11438" y="70343"/>
                </a:cubicBezTo>
                <a:cubicBezTo>
                  <a:pt x="15019" y="74120"/>
                  <a:pt x="18210" y="78504"/>
                  <a:pt x="19772" y="83344"/>
                </a:cubicBezTo>
                <a:lnTo>
                  <a:pt x="63550" y="83344"/>
                </a:lnTo>
                <a:close/>
                <a:moveTo>
                  <a:pt x="62508" y="93762"/>
                </a:moveTo>
                <a:lnTo>
                  <a:pt x="20836" y="93762"/>
                </a:lnTo>
                <a:lnTo>
                  <a:pt x="20836" y="97234"/>
                </a:lnTo>
                <a:cubicBezTo>
                  <a:pt x="20836" y="106828"/>
                  <a:pt x="28606" y="114598"/>
                  <a:pt x="38199" y="114598"/>
                </a:cubicBezTo>
                <a:lnTo>
                  <a:pt x="45145" y="114598"/>
                </a:lnTo>
                <a:cubicBezTo>
                  <a:pt x="54738" y="114598"/>
                  <a:pt x="62508" y="106828"/>
                  <a:pt x="62508" y="97234"/>
                </a:cubicBezTo>
                <a:lnTo>
                  <a:pt x="62508" y="93762"/>
                </a:lnTo>
                <a:close/>
                <a:moveTo>
                  <a:pt x="39936" y="24309"/>
                </a:moveTo>
                <a:cubicBezTo>
                  <a:pt x="31297" y="24309"/>
                  <a:pt x="24309" y="31297"/>
                  <a:pt x="24309" y="39936"/>
                </a:cubicBezTo>
                <a:cubicBezTo>
                  <a:pt x="24309" y="42822"/>
                  <a:pt x="21986" y="45145"/>
                  <a:pt x="19100" y="45145"/>
                </a:cubicBezTo>
                <a:cubicBezTo>
                  <a:pt x="16213" y="45145"/>
                  <a:pt x="13891" y="42822"/>
                  <a:pt x="13891" y="39936"/>
                </a:cubicBezTo>
                <a:cubicBezTo>
                  <a:pt x="13891" y="25546"/>
                  <a:pt x="25546" y="13891"/>
                  <a:pt x="39936" y="13891"/>
                </a:cubicBezTo>
                <a:cubicBezTo>
                  <a:pt x="42822" y="13891"/>
                  <a:pt x="45145" y="16213"/>
                  <a:pt x="45145" y="19100"/>
                </a:cubicBezTo>
                <a:cubicBezTo>
                  <a:pt x="45145" y="21986"/>
                  <a:pt x="42822" y="24309"/>
                  <a:pt x="39936" y="24309"/>
                </a:cubicBez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44" name="Text 41"/>
          <p:cNvSpPr/>
          <p:nvPr/>
        </p:nvSpPr>
        <p:spPr>
          <a:xfrm>
            <a:off x="9449594" y="3929063"/>
            <a:ext cx="2016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DB5B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Yellow LED provides visual warning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9263063" y="4183063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0"/>
                </a:moveTo>
                <a:cubicBezTo>
                  <a:pt x="86228" y="0"/>
                  <a:pt x="111125" y="24897"/>
                  <a:pt x="111125" y="55563"/>
                </a:cubicBezTo>
                <a:cubicBezTo>
                  <a:pt x="111125" y="86228"/>
                  <a:pt x="86228" y="111125"/>
                  <a:pt x="55563" y="111125"/>
                </a:cubicBezTo>
                <a:cubicBezTo>
                  <a:pt x="24897" y="111125"/>
                  <a:pt x="0" y="86228"/>
                  <a:pt x="0" y="55563"/>
                </a:cubicBezTo>
                <a:cubicBezTo>
                  <a:pt x="0" y="24897"/>
                  <a:pt x="24897" y="0"/>
                  <a:pt x="55562" y="0"/>
                </a:cubicBezTo>
                <a:close/>
                <a:moveTo>
                  <a:pt x="50354" y="26045"/>
                </a:moveTo>
                <a:lnTo>
                  <a:pt x="50354" y="55563"/>
                </a:lnTo>
                <a:cubicBezTo>
                  <a:pt x="50354" y="57299"/>
                  <a:pt x="51222" y="58927"/>
                  <a:pt x="52676" y="59903"/>
                </a:cubicBezTo>
                <a:lnTo>
                  <a:pt x="73512" y="73794"/>
                </a:lnTo>
                <a:cubicBezTo>
                  <a:pt x="75899" y="75400"/>
                  <a:pt x="79133" y="74749"/>
                  <a:pt x="80739" y="72340"/>
                </a:cubicBezTo>
                <a:cubicBezTo>
                  <a:pt x="82345" y="69931"/>
                  <a:pt x="81694" y="66718"/>
                  <a:pt x="79285" y="65112"/>
                </a:cubicBezTo>
                <a:lnTo>
                  <a:pt x="60771" y="52784"/>
                </a:lnTo>
                <a:lnTo>
                  <a:pt x="60771" y="26045"/>
                </a:lnTo>
                <a:cubicBezTo>
                  <a:pt x="60771" y="23158"/>
                  <a:pt x="58449" y="20836"/>
                  <a:pt x="55563" y="20836"/>
                </a:cubicBezTo>
                <a:cubicBezTo>
                  <a:pt x="52676" y="20836"/>
                  <a:pt x="50354" y="23158"/>
                  <a:pt x="50354" y="26045"/>
                </a:cubicBez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46" name="Text 43"/>
          <p:cNvSpPr/>
          <p:nvPr/>
        </p:nvSpPr>
        <p:spPr>
          <a:xfrm>
            <a:off x="9449594" y="4151313"/>
            <a:ext cx="1563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DB5B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Prevents accidental closure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9112250" y="4759855"/>
            <a:ext cx="2754313" cy="1770063"/>
          </a:xfrm>
          <a:custGeom>
            <a:avLst/>
            <a:gdLst/>
            <a:ahLst/>
            <a:cxnLst/>
            <a:rect l="l" t="t" r="r" b="b"/>
            <a:pathLst>
              <a:path w="2754313" h="1770063">
                <a:moveTo>
                  <a:pt x="63492" y="0"/>
                </a:moveTo>
                <a:lnTo>
                  <a:pt x="2690820" y="0"/>
                </a:lnTo>
                <a:cubicBezTo>
                  <a:pt x="2725886" y="0"/>
                  <a:pt x="2754313" y="28426"/>
                  <a:pt x="2754313" y="63492"/>
                </a:cubicBezTo>
                <a:lnTo>
                  <a:pt x="2754313" y="1706570"/>
                </a:lnTo>
                <a:cubicBezTo>
                  <a:pt x="2754313" y="1741636"/>
                  <a:pt x="2725886" y="1770063"/>
                  <a:pt x="2690820" y="1770063"/>
                </a:cubicBezTo>
                <a:lnTo>
                  <a:pt x="63492" y="1770063"/>
                </a:lnTo>
                <a:cubicBezTo>
                  <a:pt x="28426" y="1770063"/>
                  <a:pt x="0" y="1741636"/>
                  <a:pt x="0" y="1706570"/>
                </a:cubicBezTo>
                <a:lnTo>
                  <a:pt x="0" y="63492"/>
                </a:lnTo>
                <a:cubicBezTo>
                  <a:pt x="0" y="28426"/>
                  <a:pt x="28426" y="0"/>
                  <a:pt x="63492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00C950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9267031" y="5066772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105544" y="65949"/>
                </a:moveTo>
                <a:lnTo>
                  <a:pt x="80739" y="105637"/>
                </a:lnTo>
                <a:cubicBezTo>
                  <a:pt x="79437" y="107714"/>
                  <a:pt x="77205" y="109017"/>
                  <a:pt x="74755" y="109141"/>
                </a:cubicBezTo>
                <a:cubicBezTo>
                  <a:pt x="72306" y="109265"/>
                  <a:pt x="69949" y="108148"/>
                  <a:pt x="68492" y="106164"/>
                </a:cubicBezTo>
                <a:lnTo>
                  <a:pt x="53609" y="86320"/>
                </a:lnTo>
                <a:cubicBezTo>
                  <a:pt x="51129" y="83034"/>
                  <a:pt x="51811" y="78383"/>
                  <a:pt x="55097" y="75902"/>
                </a:cubicBezTo>
                <a:cubicBezTo>
                  <a:pt x="58384" y="73422"/>
                  <a:pt x="63035" y="74104"/>
                  <a:pt x="65515" y="77391"/>
                </a:cubicBezTo>
                <a:lnTo>
                  <a:pt x="73887" y="88553"/>
                </a:lnTo>
                <a:lnTo>
                  <a:pt x="92925" y="58074"/>
                </a:lnTo>
                <a:cubicBezTo>
                  <a:pt x="95095" y="54601"/>
                  <a:pt x="99684" y="53516"/>
                  <a:pt x="103188" y="55718"/>
                </a:cubicBezTo>
                <a:cubicBezTo>
                  <a:pt x="106691" y="57919"/>
                  <a:pt x="107745" y="62477"/>
                  <a:pt x="105544" y="6598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49" name="Text 46"/>
          <p:cNvSpPr/>
          <p:nvPr/>
        </p:nvSpPr>
        <p:spPr>
          <a:xfrm>
            <a:off x="9509125" y="5035022"/>
            <a:ext cx="896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0C9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Normal State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9247188" y="5352522"/>
            <a:ext cx="2547938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capacity is available: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9276953" y="5654147"/>
            <a:ext cx="83344" cy="111125"/>
          </a:xfrm>
          <a:custGeom>
            <a:avLst/>
            <a:gdLst/>
            <a:ahLst/>
            <a:cxnLst/>
            <a:rect l="l" t="t" r="r" b="b"/>
            <a:pathLst>
              <a:path w="83344" h="111125">
                <a:moveTo>
                  <a:pt x="63571" y="83344"/>
                </a:moveTo>
                <a:cubicBezTo>
                  <a:pt x="65156" y="78504"/>
                  <a:pt x="68325" y="74120"/>
                  <a:pt x="71906" y="70343"/>
                </a:cubicBezTo>
                <a:cubicBezTo>
                  <a:pt x="79003" y="62877"/>
                  <a:pt x="83344" y="52784"/>
                  <a:pt x="83344" y="41672"/>
                </a:cubicBezTo>
                <a:cubicBezTo>
                  <a:pt x="83344" y="18666"/>
                  <a:pt x="64678" y="0"/>
                  <a:pt x="41672" y="0"/>
                </a:cubicBezTo>
                <a:cubicBezTo>
                  <a:pt x="18666" y="0"/>
                  <a:pt x="0" y="18666"/>
                  <a:pt x="0" y="41672"/>
                </a:cubicBezTo>
                <a:cubicBezTo>
                  <a:pt x="0" y="52784"/>
                  <a:pt x="4341" y="62877"/>
                  <a:pt x="11438" y="70343"/>
                </a:cubicBezTo>
                <a:cubicBezTo>
                  <a:pt x="15019" y="74120"/>
                  <a:pt x="18210" y="78504"/>
                  <a:pt x="19772" y="83344"/>
                </a:cubicBezTo>
                <a:lnTo>
                  <a:pt x="63550" y="83344"/>
                </a:lnTo>
                <a:close/>
                <a:moveTo>
                  <a:pt x="62508" y="93762"/>
                </a:moveTo>
                <a:lnTo>
                  <a:pt x="20836" y="93762"/>
                </a:lnTo>
                <a:lnTo>
                  <a:pt x="20836" y="97234"/>
                </a:lnTo>
                <a:cubicBezTo>
                  <a:pt x="20836" y="106828"/>
                  <a:pt x="28606" y="114598"/>
                  <a:pt x="38199" y="114598"/>
                </a:cubicBezTo>
                <a:lnTo>
                  <a:pt x="45145" y="114598"/>
                </a:lnTo>
                <a:cubicBezTo>
                  <a:pt x="54738" y="114598"/>
                  <a:pt x="62508" y="106828"/>
                  <a:pt x="62508" y="97234"/>
                </a:cubicBezTo>
                <a:lnTo>
                  <a:pt x="62508" y="93762"/>
                </a:lnTo>
                <a:close/>
                <a:moveTo>
                  <a:pt x="39936" y="24309"/>
                </a:moveTo>
                <a:cubicBezTo>
                  <a:pt x="31297" y="24309"/>
                  <a:pt x="24309" y="31297"/>
                  <a:pt x="24309" y="39936"/>
                </a:cubicBezTo>
                <a:cubicBezTo>
                  <a:pt x="24309" y="42822"/>
                  <a:pt x="21986" y="45145"/>
                  <a:pt x="19100" y="45145"/>
                </a:cubicBezTo>
                <a:cubicBezTo>
                  <a:pt x="16213" y="45145"/>
                  <a:pt x="13891" y="42822"/>
                  <a:pt x="13891" y="39936"/>
                </a:cubicBezTo>
                <a:cubicBezTo>
                  <a:pt x="13891" y="25546"/>
                  <a:pt x="25546" y="13891"/>
                  <a:pt x="39936" y="13891"/>
                </a:cubicBezTo>
                <a:cubicBezTo>
                  <a:pt x="42822" y="13891"/>
                  <a:pt x="45145" y="16213"/>
                  <a:pt x="45145" y="19100"/>
                </a:cubicBezTo>
                <a:cubicBezTo>
                  <a:pt x="45145" y="21986"/>
                  <a:pt x="42822" y="24309"/>
                  <a:pt x="39936" y="24309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52" name="Text 49"/>
          <p:cNvSpPr/>
          <p:nvPr/>
        </p:nvSpPr>
        <p:spPr>
          <a:xfrm>
            <a:off x="9449594" y="5622397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DB5B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Green LED indicates normal operation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9270008" y="5876397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62508" y="13891"/>
                </a:moveTo>
                <a:lnTo>
                  <a:pt x="76398" y="13891"/>
                </a:lnTo>
                <a:lnTo>
                  <a:pt x="76398" y="104180"/>
                </a:lnTo>
                <a:cubicBezTo>
                  <a:pt x="76398" y="108021"/>
                  <a:pt x="79502" y="111125"/>
                  <a:pt x="83344" y="111125"/>
                </a:cubicBezTo>
                <a:lnTo>
                  <a:pt x="90289" y="111125"/>
                </a:lnTo>
                <a:cubicBezTo>
                  <a:pt x="94131" y="111125"/>
                  <a:pt x="97234" y="108021"/>
                  <a:pt x="97234" y="104180"/>
                </a:cubicBezTo>
                <a:cubicBezTo>
                  <a:pt x="97234" y="100338"/>
                  <a:pt x="94131" y="97234"/>
                  <a:pt x="90289" y="97234"/>
                </a:cubicBezTo>
                <a:lnTo>
                  <a:pt x="90289" y="13891"/>
                </a:lnTo>
                <a:cubicBezTo>
                  <a:pt x="90289" y="6229"/>
                  <a:pt x="84060" y="0"/>
                  <a:pt x="76398" y="0"/>
                </a:cubicBezTo>
                <a:lnTo>
                  <a:pt x="55563" y="0"/>
                </a:lnTo>
                <a:lnTo>
                  <a:pt x="55563" y="0"/>
                </a:lnTo>
                <a:lnTo>
                  <a:pt x="20836" y="0"/>
                </a:lnTo>
                <a:cubicBezTo>
                  <a:pt x="13174" y="0"/>
                  <a:pt x="6945" y="6229"/>
                  <a:pt x="6945" y="13891"/>
                </a:cubicBezTo>
                <a:lnTo>
                  <a:pt x="6945" y="97234"/>
                </a:lnTo>
                <a:cubicBezTo>
                  <a:pt x="3104" y="97234"/>
                  <a:pt x="0" y="100338"/>
                  <a:pt x="0" y="104180"/>
                </a:cubicBezTo>
                <a:cubicBezTo>
                  <a:pt x="0" y="108021"/>
                  <a:pt x="3104" y="111125"/>
                  <a:pt x="6945" y="111125"/>
                </a:cubicBezTo>
                <a:lnTo>
                  <a:pt x="55563" y="111125"/>
                </a:lnTo>
                <a:cubicBezTo>
                  <a:pt x="59404" y="111125"/>
                  <a:pt x="62508" y="108021"/>
                  <a:pt x="62508" y="104180"/>
                </a:cubicBezTo>
                <a:lnTo>
                  <a:pt x="62508" y="13891"/>
                </a:lnTo>
                <a:close/>
                <a:moveTo>
                  <a:pt x="34727" y="55563"/>
                </a:moveTo>
                <a:cubicBezTo>
                  <a:pt x="34727" y="51729"/>
                  <a:pt x="37839" y="48617"/>
                  <a:pt x="41672" y="48617"/>
                </a:cubicBezTo>
                <a:cubicBezTo>
                  <a:pt x="45505" y="48617"/>
                  <a:pt x="48617" y="51729"/>
                  <a:pt x="48617" y="55563"/>
                </a:cubicBezTo>
                <a:cubicBezTo>
                  <a:pt x="48617" y="59396"/>
                  <a:pt x="45505" y="62508"/>
                  <a:pt x="41672" y="62508"/>
                </a:cubicBezTo>
                <a:cubicBezTo>
                  <a:pt x="37839" y="62508"/>
                  <a:pt x="34727" y="59396"/>
                  <a:pt x="34727" y="55563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54" name="Text 51"/>
          <p:cNvSpPr/>
          <p:nvPr/>
        </p:nvSpPr>
        <p:spPr>
          <a:xfrm>
            <a:off x="9449594" y="5844647"/>
            <a:ext cx="1254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DB5B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Lid operates normally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9263063" y="6098647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14303" y="49594"/>
                </a:moveTo>
                <a:cubicBezTo>
                  <a:pt x="17190" y="29409"/>
                  <a:pt x="34575" y="13891"/>
                  <a:pt x="55563" y="13891"/>
                </a:cubicBezTo>
                <a:cubicBezTo>
                  <a:pt x="67066" y="13891"/>
                  <a:pt x="77484" y="18557"/>
                  <a:pt x="85037" y="26088"/>
                </a:cubicBezTo>
                <a:cubicBezTo>
                  <a:pt x="85080" y="26132"/>
                  <a:pt x="85123" y="26175"/>
                  <a:pt x="85167" y="26219"/>
                </a:cubicBezTo>
                <a:lnTo>
                  <a:pt x="86816" y="27781"/>
                </a:lnTo>
                <a:lnTo>
                  <a:pt x="76420" y="27781"/>
                </a:lnTo>
                <a:cubicBezTo>
                  <a:pt x="72579" y="27781"/>
                  <a:pt x="69475" y="30885"/>
                  <a:pt x="69475" y="34727"/>
                </a:cubicBezTo>
                <a:cubicBezTo>
                  <a:pt x="69475" y="38568"/>
                  <a:pt x="72579" y="41672"/>
                  <a:pt x="76420" y="41672"/>
                </a:cubicBezTo>
                <a:lnTo>
                  <a:pt x="104201" y="41672"/>
                </a:lnTo>
                <a:cubicBezTo>
                  <a:pt x="108043" y="41672"/>
                  <a:pt x="111147" y="38568"/>
                  <a:pt x="111147" y="34727"/>
                </a:cubicBezTo>
                <a:lnTo>
                  <a:pt x="111147" y="6945"/>
                </a:lnTo>
                <a:cubicBezTo>
                  <a:pt x="111147" y="3104"/>
                  <a:pt x="108043" y="0"/>
                  <a:pt x="104201" y="0"/>
                </a:cubicBezTo>
                <a:cubicBezTo>
                  <a:pt x="100360" y="0"/>
                  <a:pt x="97256" y="3104"/>
                  <a:pt x="97256" y="6945"/>
                </a:cubicBezTo>
                <a:lnTo>
                  <a:pt x="97256" y="18535"/>
                </a:lnTo>
                <a:lnTo>
                  <a:pt x="94804" y="16213"/>
                </a:lnTo>
                <a:cubicBezTo>
                  <a:pt x="84755" y="6207"/>
                  <a:pt x="70864" y="0"/>
                  <a:pt x="55563" y="0"/>
                </a:cubicBezTo>
                <a:cubicBezTo>
                  <a:pt x="27564" y="0"/>
                  <a:pt x="4406" y="20706"/>
                  <a:pt x="564" y="47641"/>
                </a:cubicBezTo>
                <a:cubicBezTo>
                  <a:pt x="22" y="51439"/>
                  <a:pt x="2648" y="54955"/>
                  <a:pt x="6446" y="55497"/>
                </a:cubicBezTo>
                <a:cubicBezTo>
                  <a:pt x="10244" y="56040"/>
                  <a:pt x="13760" y="53392"/>
                  <a:pt x="14303" y="49616"/>
                </a:cubicBezTo>
                <a:close/>
                <a:moveTo>
                  <a:pt x="110561" y="63484"/>
                </a:moveTo>
                <a:cubicBezTo>
                  <a:pt x="111103" y="59686"/>
                  <a:pt x="108455" y="56170"/>
                  <a:pt x="104679" y="55628"/>
                </a:cubicBezTo>
                <a:cubicBezTo>
                  <a:pt x="100902" y="55085"/>
                  <a:pt x="97365" y="57733"/>
                  <a:pt x="96822" y="61509"/>
                </a:cubicBezTo>
                <a:cubicBezTo>
                  <a:pt x="93935" y="81694"/>
                  <a:pt x="76550" y="97213"/>
                  <a:pt x="55563" y="97213"/>
                </a:cubicBezTo>
                <a:cubicBezTo>
                  <a:pt x="44059" y="97213"/>
                  <a:pt x="33641" y="92546"/>
                  <a:pt x="26088" y="85015"/>
                </a:cubicBezTo>
                <a:cubicBezTo>
                  <a:pt x="26045" y="84972"/>
                  <a:pt x="26002" y="84928"/>
                  <a:pt x="25958" y="84885"/>
                </a:cubicBezTo>
                <a:lnTo>
                  <a:pt x="24309" y="83322"/>
                </a:lnTo>
                <a:lnTo>
                  <a:pt x="34705" y="83322"/>
                </a:lnTo>
                <a:cubicBezTo>
                  <a:pt x="38546" y="83322"/>
                  <a:pt x="41650" y="80218"/>
                  <a:pt x="41650" y="76377"/>
                </a:cubicBezTo>
                <a:cubicBezTo>
                  <a:pt x="41650" y="72535"/>
                  <a:pt x="38546" y="69431"/>
                  <a:pt x="34705" y="69431"/>
                </a:cubicBezTo>
                <a:lnTo>
                  <a:pt x="6945" y="69453"/>
                </a:lnTo>
                <a:cubicBezTo>
                  <a:pt x="5100" y="69453"/>
                  <a:pt x="3321" y="70191"/>
                  <a:pt x="2018" y="71515"/>
                </a:cubicBezTo>
                <a:cubicBezTo>
                  <a:pt x="716" y="72839"/>
                  <a:pt x="-22" y="74597"/>
                  <a:pt x="0" y="76464"/>
                </a:cubicBezTo>
                <a:lnTo>
                  <a:pt x="217" y="104028"/>
                </a:lnTo>
                <a:cubicBezTo>
                  <a:pt x="239" y="107869"/>
                  <a:pt x="3386" y="110951"/>
                  <a:pt x="7227" y="110908"/>
                </a:cubicBezTo>
                <a:cubicBezTo>
                  <a:pt x="11069" y="110865"/>
                  <a:pt x="14151" y="107739"/>
                  <a:pt x="14108" y="103898"/>
                </a:cubicBezTo>
                <a:lnTo>
                  <a:pt x="14021" y="92720"/>
                </a:lnTo>
                <a:lnTo>
                  <a:pt x="16343" y="94912"/>
                </a:lnTo>
                <a:cubicBezTo>
                  <a:pt x="26392" y="104918"/>
                  <a:pt x="40261" y="111125"/>
                  <a:pt x="55563" y="111125"/>
                </a:cubicBezTo>
                <a:cubicBezTo>
                  <a:pt x="83561" y="111125"/>
                  <a:pt x="106719" y="90419"/>
                  <a:pt x="110561" y="63484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56" name="Text 53"/>
          <p:cNvSpPr/>
          <p:nvPr/>
        </p:nvSpPr>
        <p:spPr>
          <a:xfrm>
            <a:off x="9449594" y="6066897"/>
            <a:ext cx="1222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DB5B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ready for use</a:t>
            </a:r>
            <a:endParaRPr lang="en-US" sz="1600" dirty="0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96042985-DC52-7C95-6A6D-3FCF90EF07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33" t="22091" r="261" b="11856"/>
          <a:stretch>
            <a:fillRect/>
          </a:stretch>
        </p:blipFill>
        <p:spPr>
          <a:xfrm>
            <a:off x="4405312" y="884623"/>
            <a:ext cx="4568032" cy="453669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175" y="384175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>
                <a:moveTo>
                  <a:pt x="76199" y="0"/>
                </a:moveTo>
                <a:lnTo>
                  <a:pt x="377826" y="0"/>
                </a:lnTo>
                <a:cubicBezTo>
                  <a:pt x="419910" y="0"/>
                  <a:pt x="454025" y="34115"/>
                  <a:pt x="454025" y="76199"/>
                </a:cubicBezTo>
                <a:lnTo>
                  <a:pt x="454025" y="377826"/>
                </a:lnTo>
                <a:cubicBezTo>
                  <a:pt x="454025" y="419910"/>
                  <a:pt x="419910" y="454025"/>
                  <a:pt x="377826" y="454025"/>
                </a:cubicBezTo>
                <a:lnTo>
                  <a:pt x="76199" y="454025"/>
                </a:lnTo>
                <a:cubicBezTo>
                  <a:pt x="34115" y="454025"/>
                  <a:pt x="0" y="419910"/>
                  <a:pt x="0" y="3778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39FF14">
              <a:alpha val="20000"/>
            </a:srgbClr>
          </a:solidFill>
          <a:ln w="8467">
            <a:solidFill>
              <a:srgbClr val="39F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95300" y="495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9423" y="102022"/>
                </a:moveTo>
                <a:cubicBezTo>
                  <a:pt x="35362" y="60499"/>
                  <a:pt x="71125" y="28575"/>
                  <a:pt x="114300" y="28575"/>
                </a:cubicBezTo>
                <a:cubicBezTo>
                  <a:pt x="137964" y="28575"/>
                  <a:pt x="159395" y="38174"/>
                  <a:pt x="174933" y="53667"/>
                </a:cubicBezTo>
                <a:cubicBezTo>
                  <a:pt x="175022" y="53757"/>
                  <a:pt x="175111" y="53846"/>
                  <a:pt x="175200" y="53935"/>
                </a:cubicBezTo>
                <a:lnTo>
                  <a:pt x="178594" y="57150"/>
                </a:lnTo>
                <a:lnTo>
                  <a:pt x="157207" y="57150"/>
                </a:lnTo>
                <a:cubicBezTo>
                  <a:pt x="149304" y="57150"/>
                  <a:pt x="142920" y="63535"/>
                  <a:pt x="142920" y="71438"/>
                </a:cubicBezTo>
                <a:cubicBezTo>
                  <a:pt x="142920" y="79340"/>
                  <a:pt x="149304" y="85725"/>
                  <a:pt x="157207" y="85725"/>
                </a:cubicBezTo>
                <a:lnTo>
                  <a:pt x="214357" y="85725"/>
                </a:lnTo>
                <a:cubicBezTo>
                  <a:pt x="222260" y="85725"/>
                  <a:pt x="228645" y="79340"/>
                  <a:pt x="228645" y="71438"/>
                </a:cubicBezTo>
                <a:lnTo>
                  <a:pt x="228645" y="14288"/>
                </a:lnTo>
                <a:cubicBezTo>
                  <a:pt x="228645" y="6385"/>
                  <a:pt x="222260" y="0"/>
                  <a:pt x="214357" y="0"/>
                </a:cubicBezTo>
                <a:cubicBezTo>
                  <a:pt x="206454" y="0"/>
                  <a:pt x="200070" y="6385"/>
                  <a:pt x="200070" y="14288"/>
                </a:cubicBezTo>
                <a:lnTo>
                  <a:pt x="200070" y="38130"/>
                </a:lnTo>
                <a:lnTo>
                  <a:pt x="195024" y="33352"/>
                </a:lnTo>
                <a:cubicBezTo>
                  <a:pt x="174352" y="12769"/>
                  <a:pt x="145777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lose/>
                <a:moveTo>
                  <a:pt x="227439" y="130597"/>
                </a:moveTo>
                <a:cubicBezTo>
                  <a:pt x="228555" y="122783"/>
                  <a:pt x="223108" y="115550"/>
                  <a:pt x="215339" y="114434"/>
                </a:cubicBezTo>
                <a:cubicBezTo>
                  <a:pt x="207571" y="113318"/>
                  <a:pt x="200293" y="118765"/>
                  <a:pt x="199177" y="126534"/>
                </a:cubicBezTo>
                <a:cubicBezTo>
                  <a:pt x="193238" y="168057"/>
                  <a:pt x="157475" y="199980"/>
                  <a:pt x="114300" y="199980"/>
                </a:cubicBezTo>
                <a:cubicBezTo>
                  <a:pt x="90636" y="199980"/>
                  <a:pt x="69205" y="190381"/>
                  <a:pt x="53667" y="174888"/>
                </a:cubicBezTo>
                <a:cubicBezTo>
                  <a:pt x="53578" y="174799"/>
                  <a:pt x="53489" y="174709"/>
                  <a:pt x="53400" y="174620"/>
                </a:cubicBezTo>
                <a:lnTo>
                  <a:pt x="50006" y="171405"/>
                </a:lnTo>
                <a:lnTo>
                  <a:pt x="71393" y="171405"/>
                </a:lnTo>
                <a:cubicBezTo>
                  <a:pt x="79296" y="171405"/>
                  <a:pt x="85680" y="165021"/>
                  <a:pt x="85680" y="157118"/>
                </a:cubicBezTo>
                <a:cubicBezTo>
                  <a:pt x="85680" y="149215"/>
                  <a:pt x="79296" y="142830"/>
                  <a:pt x="71393" y="142830"/>
                </a:cubicBezTo>
                <a:lnTo>
                  <a:pt x="14288" y="142875"/>
                </a:lnTo>
                <a:cubicBezTo>
                  <a:pt x="10492" y="142875"/>
                  <a:pt x="6831" y="144393"/>
                  <a:pt x="4152" y="147117"/>
                </a:cubicBezTo>
                <a:cubicBezTo>
                  <a:pt x="1473" y="149840"/>
                  <a:pt x="-45" y="153457"/>
                  <a:pt x="0" y="157296"/>
                </a:cubicBezTo>
                <a:lnTo>
                  <a:pt x="446" y="214000"/>
                </a:lnTo>
                <a:cubicBezTo>
                  <a:pt x="491" y="221903"/>
                  <a:pt x="6965" y="228243"/>
                  <a:pt x="14868" y="228154"/>
                </a:cubicBezTo>
                <a:cubicBezTo>
                  <a:pt x="22771" y="228064"/>
                  <a:pt x="29111" y="221635"/>
                  <a:pt x="29021" y="213732"/>
                </a:cubicBezTo>
                <a:lnTo>
                  <a:pt x="28843" y="190738"/>
                </a:lnTo>
                <a:lnTo>
                  <a:pt x="33620" y="195248"/>
                </a:lnTo>
                <a:cubicBezTo>
                  <a:pt x="54293" y="215831"/>
                  <a:pt x="82823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39FF14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381000"/>
            <a:ext cx="5591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8F9F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Feedback Control System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914400"/>
            <a:ext cx="1828800" cy="38100"/>
          </a:xfrm>
          <a:custGeom>
            <a:avLst/>
            <a:gdLst/>
            <a:ahLst/>
            <a:cxnLst/>
            <a:rect l="l" t="t" r="r" b="b"/>
            <a:pathLst>
              <a:path w="1828800" h="38100">
                <a:moveTo>
                  <a:pt x="0" y="0"/>
                </a:moveTo>
                <a:lnTo>
                  <a:pt x="1828800" y="0"/>
                </a:lnTo>
                <a:lnTo>
                  <a:pt x="1828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9FF14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7" name="Shape 5"/>
          <p:cNvSpPr/>
          <p:nvPr/>
        </p:nvSpPr>
        <p:spPr>
          <a:xfrm>
            <a:off x="400050" y="1104900"/>
            <a:ext cx="38100" cy="2305050"/>
          </a:xfrm>
          <a:custGeom>
            <a:avLst/>
            <a:gdLst/>
            <a:ahLst/>
            <a:cxnLst/>
            <a:rect l="l" t="t" r="r" b="b"/>
            <a:pathLst>
              <a:path w="38100" h="2305050">
                <a:moveTo>
                  <a:pt x="0" y="0"/>
                </a:moveTo>
                <a:lnTo>
                  <a:pt x="38100" y="0"/>
                </a:lnTo>
                <a:lnTo>
                  <a:pt x="38100" y="2305050"/>
                </a:lnTo>
                <a:lnTo>
                  <a:pt x="0" y="2305050"/>
                </a:lnTo>
                <a:lnTo>
                  <a:pt x="0" y="0"/>
                </a:lnTo>
                <a:close/>
              </a:path>
            </a:pathLst>
          </a:custGeom>
          <a:solidFill>
            <a:srgbClr val="39FF14"/>
          </a:solidFill>
          <a:ln/>
        </p:spPr>
      </p:sp>
      <p:sp>
        <p:nvSpPr>
          <p:cNvPr id="8" name="Text 6"/>
          <p:cNvSpPr/>
          <p:nvPr/>
        </p:nvSpPr>
        <p:spPr>
          <a:xfrm>
            <a:off x="609600" y="1500188"/>
            <a:ext cx="55340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39FF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Integrated Feedback Mechanism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1995487"/>
            <a:ext cx="54864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real-time monitoring with intelligent decision-making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600" y="2457450"/>
            <a:ext cx="54768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ADB5B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Sensors provide constant input to the microcontroller, enabling dynamic system responses based on current conditions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90525" y="3571875"/>
            <a:ext cx="5600700" cy="2343150"/>
          </a:xfrm>
          <a:custGeom>
            <a:avLst/>
            <a:gdLst/>
            <a:ahLst/>
            <a:cxnLst/>
            <a:rect l="l" t="t" r="r" b="b"/>
            <a:pathLst>
              <a:path w="5600700" h="2343150">
                <a:moveTo>
                  <a:pt x="76199" y="0"/>
                </a:moveTo>
                <a:lnTo>
                  <a:pt x="5524501" y="0"/>
                </a:lnTo>
                <a:cubicBezTo>
                  <a:pt x="5566584" y="0"/>
                  <a:pt x="5600700" y="34116"/>
                  <a:pt x="5600700" y="76199"/>
                </a:cubicBezTo>
                <a:lnTo>
                  <a:pt x="5600700" y="2266951"/>
                </a:lnTo>
                <a:cubicBezTo>
                  <a:pt x="5600700" y="2309034"/>
                  <a:pt x="5566584" y="2343150"/>
                  <a:pt x="5524501" y="2343150"/>
                </a:cubicBezTo>
                <a:lnTo>
                  <a:pt x="76199" y="2343150"/>
                </a:lnTo>
                <a:cubicBezTo>
                  <a:pt x="34116" y="2343150"/>
                  <a:pt x="0" y="2309034"/>
                  <a:pt x="0" y="226695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6C757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6263" y="37719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25016" y="130969"/>
                </a:moveTo>
                <a:cubicBezTo>
                  <a:pt x="161181" y="130969"/>
                  <a:pt x="190500" y="101650"/>
                  <a:pt x="190500" y="65484"/>
                </a:cubicBezTo>
                <a:cubicBezTo>
                  <a:pt x="190500" y="29319"/>
                  <a:pt x="161181" y="0"/>
                  <a:pt x="125016" y="0"/>
                </a:cubicBezTo>
                <a:cubicBezTo>
                  <a:pt x="88850" y="0"/>
                  <a:pt x="59531" y="29319"/>
                  <a:pt x="59531" y="65484"/>
                </a:cubicBezTo>
                <a:cubicBezTo>
                  <a:pt x="59531" y="72442"/>
                  <a:pt x="60610" y="79177"/>
                  <a:pt x="62619" y="85465"/>
                </a:cubicBezTo>
                <a:lnTo>
                  <a:pt x="2604" y="145479"/>
                </a:lnTo>
                <a:cubicBezTo>
                  <a:pt x="930" y="147154"/>
                  <a:pt x="0" y="149423"/>
                  <a:pt x="0" y="151805"/>
                </a:cubicBezTo>
                <a:lnTo>
                  <a:pt x="0" y="181570"/>
                </a:lnTo>
                <a:cubicBezTo>
                  <a:pt x="0" y="186519"/>
                  <a:pt x="3981" y="190500"/>
                  <a:pt x="8930" y="190500"/>
                </a:cubicBezTo>
                <a:lnTo>
                  <a:pt x="38695" y="190500"/>
                </a:lnTo>
                <a:cubicBezTo>
                  <a:pt x="43644" y="190500"/>
                  <a:pt x="47625" y="186519"/>
                  <a:pt x="47625" y="181570"/>
                </a:cubicBezTo>
                <a:lnTo>
                  <a:pt x="47625" y="166688"/>
                </a:lnTo>
                <a:lnTo>
                  <a:pt x="62508" y="166688"/>
                </a:lnTo>
                <a:cubicBezTo>
                  <a:pt x="67456" y="166688"/>
                  <a:pt x="71438" y="162706"/>
                  <a:pt x="71438" y="157758"/>
                </a:cubicBezTo>
                <a:lnTo>
                  <a:pt x="71438" y="142875"/>
                </a:lnTo>
                <a:lnTo>
                  <a:pt x="86320" y="142875"/>
                </a:lnTo>
                <a:cubicBezTo>
                  <a:pt x="88702" y="142875"/>
                  <a:pt x="90971" y="141945"/>
                  <a:pt x="92646" y="140271"/>
                </a:cubicBezTo>
                <a:lnTo>
                  <a:pt x="105035" y="127881"/>
                </a:lnTo>
                <a:cubicBezTo>
                  <a:pt x="111323" y="129890"/>
                  <a:pt x="118058" y="130969"/>
                  <a:pt x="125016" y="130969"/>
                </a:cubicBezTo>
                <a:close/>
                <a:moveTo>
                  <a:pt x="139898" y="35719"/>
                </a:moveTo>
                <a:cubicBezTo>
                  <a:pt x="148112" y="35719"/>
                  <a:pt x="154781" y="42388"/>
                  <a:pt x="154781" y="50602"/>
                </a:cubicBezTo>
                <a:cubicBezTo>
                  <a:pt x="154781" y="58816"/>
                  <a:pt x="148112" y="65484"/>
                  <a:pt x="139898" y="65484"/>
                </a:cubicBezTo>
                <a:cubicBezTo>
                  <a:pt x="131684" y="65484"/>
                  <a:pt x="125016" y="58816"/>
                  <a:pt x="125016" y="50602"/>
                </a:cubicBezTo>
                <a:cubicBezTo>
                  <a:pt x="125016" y="42388"/>
                  <a:pt x="131684" y="35719"/>
                  <a:pt x="139898" y="35719"/>
                </a:cubicBezTo>
                <a:close/>
              </a:path>
            </a:pathLst>
          </a:custGeom>
          <a:solidFill>
            <a:srgbClr val="6C757D"/>
          </a:solidFill>
          <a:ln/>
        </p:spPr>
      </p:sp>
      <p:sp>
        <p:nvSpPr>
          <p:cNvPr id="13" name="Text 11"/>
          <p:cNvSpPr/>
          <p:nvPr/>
        </p:nvSpPr>
        <p:spPr>
          <a:xfrm>
            <a:off x="790575" y="3733800"/>
            <a:ext cx="5133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C75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Benefits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1500" y="4152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39FF14"/>
          </a:solidFill>
          <a:ln/>
        </p:spPr>
      </p:sp>
      <p:sp>
        <p:nvSpPr>
          <p:cNvPr id="15" name="Text 13"/>
          <p:cNvSpPr/>
          <p:nvPr/>
        </p:nvSpPr>
        <p:spPr>
          <a:xfrm>
            <a:off x="857250" y="4114800"/>
            <a:ext cx="3095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Enhanced Safety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7250" y="4381500"/>
            <a:ext cx="3086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DB5B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Prevents overflow and ensures safe operation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52450" y="47244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57163" y="38100"/>
                </a:moveTo>
                <a:cubicBezTo>
                  <a:pt x="159782" y="38100"/>
                  <a:pt x="161925" y="40243"/>
                  <a:pt x="161925" y="42863"/>
                </a:cubicBezTo>
                <a:lnTo>
                  <a:pt x="161925" y="109537"/>
                </a:lnTo>
                <a:cubicBezTo>
                  <a:pt x="161925" y="112157"/>
                  <a:pt x="159782" y="114300"/>
                  <a:pt x="157163" y="114300"/>
                </a:cubicBezTo>
                <a:lnTo>
                  <a:pt x="33338" y="114300"/>
                </a:lnTo>
                <a:cubicBezTo>
                  <a:pt x="30718" y="114300"/>
                  <a:pt x="28575" y="112157"/>
                  <a:pt x="28575" y="109537"/>
                </a:cubicBezTo>
                <a:lnTo>
                  <a:pt x="28575" y="42863"/>
                </a:lnTo>
                <a:cubicBezTo>
                  <a:pt x="28575" y="40243"/>
                  <a:pt x="30718" y="38100"/>
                  <a:pt x="33338" y="38100"/>
                </a:cubicBezTo>
                <a:lnTo>
                  <a:pt x="157163" y="38100"/>
                </a:lnTo>
                <a:close/>
                <a:moveTo>
                  <a:pt x="33338" y="19050"/>
                </a:moveTo>
                <a:cubicBezTo>
                  <a:pt x="20181" y="19050"/>
                  <a:pt x="9525" y="29706"/>
                  <a:pt x="9525" y="42863"/>
                </a:cubicBezTo>
                <a:lnTo>
                  <a:pt x="9525" y="109537"/>
                </a:lnTo>
                <a:cubicBezTo>
                  <a:pt x="9525" y="122694"/>
                  <a:pt x="20181" y="133350"/>
                  <a:pt x="33338" y="133350"/>
                </a:cubicBezTo>
                <a:lnTo>
                  <a:pt x="157163" y="133350"/>
                </a:lnTo>
                <a:cubicBezTo>
                  <a:pt x="170319" y="133350"/>
                  <a:pt x="180975" y="122694"/>
                  <a:pt x="180975" y="109537"/>
                </a:cubicBezTo>
                <a:lnTo>
                  <a:pt x="180975" y="95250"/>
                </a:lnTo>
                <a:cubicBezTo>
                  <a:pt x="186244" y="95250"/>
                  <a:pt x="190500" y="90994"/>
                  <a:pt x="190500" y="85725"/>
                </a:cubicBezTo>
                <a:lnTo>
                  <a:pt x="190500" y="66675"/>
                </a:lnTo>
                <a:cubicBezTo>
                  <a:pt x="190500" y="61406"/>
                  <a:pt x="186244" y="57150"/>
                  <a:pt x="180975" y="57150"/>
                </a:cubicBezTo>
                <a:lnTo>
                  <a:pt x="180975" y="42863"/>
                </a:lnTo>
                <a:cubicBezTo>
                  <a:pt x="180975" y="29706"/>
                  <a:pt x="170319" y="19050"/>
                  <a:pt x="157163" y="19050"/>
                </a:cubicBezTo>
                <a:lnTo>
                  <a:pt x="33338" y="19050"/>
                </a:lnTo>
                <a:close/>
                <a:moveTo>
                  <a:pt x="50006" y="52388"/>
                </a:moveTo>
                <a:cubicBezTo>
                  <a:pt x="46047" y="52388"/>
                  <a:pt x="42863" y="55572"/>
                  <a:pt x="42863" y="59531"/>
                </a:cubicBezTo>
                <a:lnTo>
                  <a:pt x="42863" y="92869"/>
                </a:lnTo>
                <a:cubicBezTo>
                  <a:pt x="42863" y="96828"/>
                  <a:pt x="46047" y="100013"/>
                  <a:pt x="50006" y="100013"/>
                </a:cubicBezTo>
                <a:lnTo>
                  <a:pt x="140494" y="100013"/>
                </a:lnTo>
                <a:cubicBezTo>
                  <a:pt x="144453" y="100013"/>
                  <a:pt x="147638" y="96828"/>
                  <a:pt x="147638" y="92869"/>
                </a:cubicBezTo>
                <a:lnTo>
                  <a:pt x="147638" y="59531"/>
                </a:lnTo>
                <a:cubicBezTo>
                  <a:pt x="147638" y="55572"/>
                  <a:pt x="144453" y="52388"/>
                  <a:pt x="140494" y="52388"/>
                </a:cubicBezTo>
                <a:lnTo>
                  <a:pt x="50006" y="52388"/>
                </a:lnTo>
                <a:close/>
              </a:path>
            </a:pathLst>
          </a:custGeom>
          <a:solidFill>
            <a:srgbClr val="39FF14"/>
          </a:solidFill>
          <a:ln/>
        </p:spPr>
      </p:sp>
      <p:sp>
        <p:nvSpPr>
          <p:cNvPr id="18" name="Text 16"/>
          <p:cNvSpPr/>
          <p:nvPr/>
        </p:nvSpPr>
        <p:spPr>
          <a:xfrm>
            <a:off x="857250" y="4686300"/>
            <a:ext cx="3829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Efficient Operation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7250" y="4953000"/>
            <a:ext cx="3819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DB5B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Optimizes lid operation and reduces power consumption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52450" y="52959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40481" y="38100"/>
                </a:moveTo>
                <a:cubicBezTo>
                  <a:pt x="40481" y="18386"/>
                  <a:pt x="56486" y="2381"/>
                  <a:pt x="76200" y="2381"/>
                </a:cubicBezTo>
                <a:cubicBezTo>
                  <a:pt x="95914" y="2381"/>
                  <a:pt x="111919" y="18386"/>
                  <a:pt x="111919" y="38100"/>
                </a:cubicBezTo>
                <a:cubicBezTo>
                  <a:pt x="111919" y="57814"/>
                  <a:pt x="95914" y="73819"/>
                  <a:pt x="76200" y="73819"/>
                </a:cubicBezTo>
                <a:cubicBezTo>
                  <a:pt x="56486" y="73819"/>
                  <a:pt x="40481" y="57814"/>
                  <a:pt x="40481" y="38100"/>
                </a:cubicBezTo>
                <a:close/>
                <a:moveTo>
                  <a:pt x="14288" y="143560"/>
                </a:moveTo>
                <a:cubicBezTo>
                  <a:pt x="14288" y="114240"/>
                  <a:pt x="38040" y="90488"/>
                  <a:pt x="67360" y="90488"/>
                </a:cubicBezTo>
                <a:lnTo>
                  <a:pt x="85040" y="90488"/>
                </a:lnTo>
                <a:cubicBezTo>
                  <a:pt x="114360" y="90488"/>
                  <a:pt x="138113" y="114240"/>
                  <a:pt x="138113" y="143560"/>
                </a:cubicBezTo>
                <a:cubicBezTo>
                  <a:pt x="138113" y="148441"/>
                  <a:pt x="134154" y="152400"/>
                  <a:pt x="129272" y="152400"/>
                </a:cubicBezTo>
                <a:lnTo>
                  <a:pt x="23128" y="152400"/>
                </a:lnTo>
                <a:cubicBezTo>
                  <a:pt x="18246" y="152400"/>
                  <a:pt x="14288" y="148441"/>
                  <a:pt x="14288" y="143560"/>
                </a:cubicBezTo>
                <a:close/>
                <a:moveTo>
                  <a:pt x="182285" y="39499"/>
                </a:moveTo>
                <a:lnTo>
                  <a:pt x="158472" y="77599"/>
                </a:lnTo>
                <a:cubicBezTo>
                  <a:pt x="157222" y="79593"/>
                  <a:pt x="155079" y="80843"/>
                  <a:pt x="152727" y="80962"/>
                </a:cubicBezTo>
                <a:cubicBezTo>
                  <a:pt x="150376" y="81082"/>
                  <a:pt x="148114" y="80010"/>
                  <a:pt x="146715" y="78105"/>
                </a:cubicBezTo>
                <a:lnTo>
                  <a:pt x="132427" y="59055"/>
                </a:lnTo>
                <a:cubicBezTo>
                  <a:pt x="130046" y="55900"/>
                  <a:pt x="130701" y="51435"/>
                  <a:pt x="133856" y="49054"/>
                </a:cubicBezTo>
                <a:cubicBezTo>
                  <a:pt x="137011" y="46673"/>
                  <a:pt x="141476" y="47327"/>
                  <a:pt x="143857" y="50483"/>
                </a:cubicBezTo>
                <a:lnTo>
                  <a:pt x="151894" y="61198"/>
                </a:lnTo>
                <a:lnTo>
                  <a:pt x="170170" y="31939"/>
                </a:lnTo>
                <a:cubicBezTo>
                  <a:pt x="172254" y="28605"/>
                  <a:pt x="176659" y="27563"/>
                  <a:pt x="180023" y="29676"/>
                </a:cubicBezTo>
                <a:cubicBezTo>
                  <a:pt x="183386" y="31790"/>
                  <a:pt x="184398" y="36165"/>
                  <a:pt x="182285" y="39529"/>
                </a:cubicBezTo>
                <a:close/>
              </a:path>
            </a:pathLst>
          </a:custGeom>
          <a:solidFill>
            <a:srgbClr val="39FF14"/>
          </a:solidFill>
          <a:ln/>
        </p:spPr>
      </p:sp>
      <p:sp>
        <p:nvSpPr>
          <p:cNvPr id="21" name="Text 19"/>
          <p:cNvSpPr/>
          <p:nvPr/>
        </p:nvSpPr>
        <p:spPr>
          <a:xfrm>
            <a:off x="857250" y="5257800"/>
            <a:ext cx="2952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Improved User Experience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7250" y="5524500"/>
            <a:ext cx="2943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DB5B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Clear visual feedback and reliable operation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00775" y="1114425"/>
            <a:ext cx="5600700" cy="2266950"/>
          </a:xfrm>
          <a:custGeom>
            <a:avLst/>
            <a:gdLst/>
            <a:ahLst/>
            <a:cxnLst/>
            <a:rect l="l" t="t" r="r" b="b"/>
            <a:pathLst>
              <a:path w="5600700" h="2266950">
                <a:moveTo>
                  <a:pt x="76192" y="0"/>
                </a:moveTo>
                <a:lnTo>
                  <a:pt x="5524508" y="0"/>
                </a:lnTo>
                <a:cubicBezTo>
                  <a:pt x="5566588" y="0"/>
                  <a:pt x="5600700" y="34112"/>
                  <a:pt x="5600700" y="76192"/>
                </a:cubicBezTo>
                <a:lnTo>
                  <a:pt x="5600700" y="2190758"/>
                </a:lnTo>
                <a:cubicBezTo>
                  <a:pt x="5600700" y="2232838"/>
                  <a:pt x="5566588" y="2266950"/>
                  <a:pt x="5524508" y="2266950"/>
                </a:cubicBezTo>
                <a:lnTo>
                  <a:pt x="76192" y="2266950"/>
                </a:lnTo>
                <a:cubicBezTo>
                  <a:pt x="34112" y="2266950"/>
                  <a:pt x="0" y="2232838"/>
                  <a:pt x="0" y="219075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6C757D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200775" y="3552825"/>
            <a:ext cx="5600700" cy="2362200"/>
          </a:xfrm>
          <a:custGeom>
            <a:avLst/>
            <a:gdLst/>
            <a:ahLst/>
            <a:cxnLst/>
            <a:rect l="l" t="t" r="r" b="b"/>
            <a:pathLst>
              <a:path w="5600700" h="2362200">
                <a:moveTo>
                  <a:pt x="76205" y="0"/>
                </a:moveTo>
                <a:lnTo>
                  <a:pt x="5524495" y="0"/>
                </a:lnTo>
                <a:cubicBezTo>
                  <a:pt x="5566554" y="0"/>
                  <a:pt x="5600700" y="34146"/>
                  <a:pt x="5600700" y="76205"/>
                </a:cubicBezTo>
                <a:lnTo>
                  <a:pt x="5600700" y="2285995"/>
                </a:lnTo>
                <a:cubicBezTo>
                  <a:pt x="5600700" y="2328082"/>
                  <a:pt x="5566582" y="2362200"/>
                  <a:pt x="5524495" y="2362200"/>
                </a:cubicBezTo>
                <a:lnTo>
                  <a:pt x="76205" y="2362200"/>
                </a:lnTo>
                <a:cubicBezTo>
                  <a:pt x="34146" y="2362200"/>
                  <a:pt x="0" y="2328054"/>
                  <a:pt x="0" y="22859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39FF1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386513" y="37528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65484" y="8930"/>
                </a:moveTo>
                <a:cubicBezTo>
                  <a:pt x="65484" y="3981"/>
                  <a:pt x="61503" y="0"/>
                  <a:pt x="56555" y="0"/>
                </a:cubicBezTo>
                <a:cubicBezTo>
                  <a:pt x="51606" y="0"/>
                  <a:pt x="47625" y="3981"/>
                  <a:pt x="47625" y="8930"/>
                </a:cubicBezTo>
                <a:lnTo>
                  <a:pt x="47625" y="23812"/>
                </a:lnTo>
                <a:cubicBezTo>
                  <a:pt x="34491" y="23812"/>
                  <a:pt x="23812" y="34491"/>
                  <a:pt x="23812" y="47625"/>
                </a:cubicBezTo>
                <a:lnTo>
                  <a:pt x="8930" y="47625"/>
                </a:lnTo>
                <a:cubicBezTo>
                  <a:pt x="3981" y="47625"/>
                  <a:pt x="0" y="51606"/>
                  <a:pt x="0" y="56555"/>
                </a:cubicBezTo>
                <a:cubicBezTo>
                  <a:pt x="0" y="61503"/>
                  <a:pt x="3981" y="65484"/>
                  <a:pt x="8930" y="65484"/>
                </a:cubicBezTo>
                <a:lnTo>
                  <a:pt x="23812" y="65484"/>
                </a:lnTo>
                <a:lnTo>
                  <a:pt x="23812" y="86320"/>
                </a:lnTo>
                <a:lnTo>
                  <a:pt x="8930" y="86320"/>
                </a:lnTo>
                <a:cubicBezTo>
                  <a:pt x="3981" y="86320"/>
                  <a:pt x="0" y="90301"/>
                  <a:pt x="0" y="95250"/>
                </a:cubicBezTo>
                <a:cubicBezTo>
                  <a:pt x="0" y="100199"/>
                  <a:pt x="3981" y="104180"/>
                  <a:pt x="8930" y="104180"/>
                </a:cubicBezTo>
                <a:lnTo>
                  <a:pt x="23812" y="104180"/>
                </a:lnTo>
                <a:lnTo>
                  <a:pt x="23812" y="125016"/>
                </a:lnTo>
                <a:lnTo>
                  <a:pt x="8930" y="125016"/>
                </a:lnTo>
                <a:cubicBezTo>
                  <a:pt x="3981" y="125016"/>
                  <a:pt x="0" y="128997"/>
                  <a:pt x="0" y="133945"/>
                </a:cubicBezTo>
                <a:cubicBezTo>
                  <a:pt x="0" y="138894"/>
                  <a:pt x="3981" y="142875"/>
                  <a:pt x="8930" y="142875"/>
                </a:cubicBezTo>
                <a:lnTo>
                  <a:pt x="23812" y="142875"/>
                </a:lnTo>
                <a:cubicBezTo>
                  <a:pt x="23812" y="156009"/>
                  <a:pt x="34491" y="166688"/>
                  <a:pt x="47625" y="166688"/>
                </a:cubicBezTo>
                <a:lnTo>
                  <a:pt x="47625" y="181570"/>
                </a:lnTo>
                <a:cubicBezTo>
                  <a:pt x="47625" y="186519"/>
                  <a:pt x="51606" y="190500"/>
                  <a:pt x="56555" y="190500"/>
                </a:cubicBezTo>
                <a:cubicBezTo>
                  <a:pt x="61503" y="190500"/>
                  <a:pt x="65484" y="186519"/>
                  <a:pt x="65484" y="181570"/>
                </a:cubicBezTo>
                <a:lnTo>
                  <a:pt x="65484" y="166688"/>
                </a:lnTo>
                <a:lnTo>
                  <a:pt x="86320" y="166688"/>
                </a:lnTo>
                <a:lnTo>
                  <a:pt x="86320" y="181570"/>
                </a:lnTo>
                <a:cubicBezTo>
                  <a:pt x="86320" y="186519"/>
                  <a:pt x="90301" y="190500"/>
                  <a:pt x="95250" y="190500"/>
                </a:cubicBezTo>
                <a:cubicBezTo>
                  <a:pt x="100199" y="190500"/>
                  <a:pt x="104180" y="186519"/>
                  <a:pt x="104180" y="181570"/>
                </a:cubicBezTo>
                <a:lnTo>
                  <a:pt x="104180" y="166688"/>
                </a:lnTo>
                <a:lnTo>
                  <a:pt x="125016" y="166688"/>
                </a:lnTo>
                <a:lnTo>
                  <a:pt x="125016" y="181570"/>
                </a:lnTo>
                <a:cubicBezTo>
                  <a:pt x="125016" y="186519"/>
                  <a:pt x="128997" y="190500"/>
                  <a:pt x="133945" y="190500"/>
                </a:cubicBezTo>
                <a:cubicBezTo>
                  <a:pt x="138894" y="190500"/>
                  <a:pt x="142875" y="186519"/>
                  <a:pt x="142875" y="181570"/>
                </a:cubicBezTo>
                <a:lnTo>
                  <a:pt x="142875" y="166688"/>
                </a:lnTo>
                <a:cubicBezTo>
                  <a:pt x="156009" y="166688"/>
                  <a:pt x="166688" y="156009"/>
                  <a:pt x="166688" y="142875"/>
                </a:cubicBezTo>
                <a:lnTo>
                  <a:pt x="181570" y="142875"/>
                </a:lnTo>
                <a:cubicBezTo>
                  <a:pt x="186519" y="142875"/>
                  <a:pt x="190500" y="138894"/>
                  <a:pt x="190500" y="133945"/>
                </a:cubicBezTo>
                <a:cubicBezTo>
                  <a:pt x="190500" y="128997"/>
                  <a:pt x="186519" y="125016"/>
                  <a:pt x="181570" y="125016"/>
                </a:cubicBezTo>
                <a:lnTo>
                  <a:pt x="166688" y="125016"/>
                </a:lnTo>
                <a:lnTo>
                  <a:pt x="166688" y="104180"/>
                </a:lnTo>
                <a:lnTo>
                  <a:pt x="181570" y="104180"/>
                </a:lnTo>
                <a:cubicBezTo>
                  <a:pt x="186519" y="104180"/>
                  <a:pt x="190500" y="100199"/>
                  <a:pt x="190500" y="95250"/>
                </a:cubicBezTo>
                <a:cubicBezTo>
                  <a:pt x="190500" y="90301"/>
                  <a:pt x="186519" y="86320"/>
                  <a:pt x="181570" y="86320"/>
                </a:cubicBezTo>
                <a:lnTo>
                  <a:pt x="166688" y="86320"/>
                </a:lnTo>
                <a:lnTo>
                  <a:pt x="166688" y="65484"/>
                </a:lnTo>
                <a:lnTo>
                  <a:pt x="181570" y="65484"/>
                </a:lnTo>
                <a:cubicBezTo>
                  <a:pt x="186519" y="65484"/>
                  <a:pt x="190500" y="61503"/>
                  <a:pt x="190500" y="56555"/>
                </a:cubicBezTo>
                <a:cubicBezTo>
                  <a:pt x="190500" y="51606"/>
                  <a:pt x="186519" y="47625"/>
                  <a:pt x="181570" y="47625"/>
                </a:cubicBezTo>
                <a:lnTo>
                  <a:pt x="166688" y="47625"/>
                </a:lnTo>
                <a:cubicBezTo>
                  <a:pt x="166688" y="34491"/>
                  <a:pt x="156009" y="23812"/>
                  <a:pt x="142875" y="23812"/>
                </a:cubicBezTo>
                <a:lnTo>
                  <a:pt x="142875" y="8930"/>
                </a:lnTo>
                <a:cubicBezTo>
                  <a:pt x="142875" y="3981"/>
                  <a:pt x="138894" y="0"/>
                  <a:pt x="133945" y="0"/>
                </a:cubicBezTo>
                <a:cubicBezTo>
                  <a:pt x="128997" y="0"/>
                  <a:pt x="125016" y="3981"/>
                  <a:pt x="125016" y="8930"/>
                </a:cubicBezTo>
                <a:lnTo>
                  <a:pt x="125016" y="23812"/>
                </a:lnTo>
                <a:lnTo>
                  <a:pt x="104180" y="23812"/>
                </a:lnTo>
                <a:lnTo>
                  <a:pt x="104180" y="8930"/>
                </a:lnTo>
                <a:cubicBezTo>
                  <a:pt x="104180" y="3981"/>
                  <a:pt x="100199" y="0"/>
                  <a:pt x="95250" y="0"/>
                </a:cubicBezTo>
                <a:cubicBezTo>
                  <a:pt x="90301" y="0"/>
                  <a:pt x="86320" y="3981"/>
                  <a:pt x="86320" y="8930"/>
                </a:cubicBezTo>
                <a:lnTo>
                  <a:pt x="86320" y="23812"/>
                </a:lnTo>
                <a:lnTo>
                  <a:pt x="65484" y="23812"/>
                </a:lnTo>
                <a:lnTo>
                  <a:pt x="65484" y="8930"/>
                </a:lnTo>
                <a:close/>
                <a:moveTo>
                  <a:pt x="59531" y="47625"/>
                </a:moveTo>
                <a:lnTo>
                  <a:pt x="130969" y="47625"/>
                </a:lnTo>
                <a:cubicBezTo>
                  <a:pt x="137554" y="47625"/>
                  <a:pt x="142875" y="52946"/>
                  <a:pt x="142875" y="59531"/>
                </a:cubicBezTo>
                <a:lnTo>
                  <a:pt x="142875" y="130969"/>
                </a:lnTo>
                <a:cubicBezTo>
                  <a:pt x="142875" y="137554"/>
                  <a:pt x="137554" y="142875"/>
                  <a:pt x="130969" y="142875"/>
                </a:cubicBezTo>
                <a:lnTo>
                  <a:pt x="59531" y="142875"/>
                </a:lnTo>
                <a:cubicBezTo>
                  <a:pt x="52946" y="142875"/>
                  <a:pt x="47625" y="137554"/>
                  <a:pt x="47625" y="130969"/>
                </a:cubicBezTo>
                <a:lnTo>
                  <a:pt x="47625" y="59531"/>
                </a:lnTo>
                <a:cubicBezTo>
                  <a:pt x="47625" y="52946"/>
                  <a:pt x="52946" y="47625"/>
                  <a:pt x="59531" y="47625"/>
                </a:cubicBezTo>
                <a:close/>
                <a:moveTo>
                  <a:pt x="65484" y="65484"/>
                </a:moveTo>
                <a:lnTo>
                  <a:pt x="65484" y="125016"/>
                </a:lnTo>
                <a:lnTo>
                  <a:pt x="125016" y="125016"/>
                </a:lnTo>
                <a:lnTo>
                  <a:pt x="125016" y="65484"/>
                </a:lnTo>
                <a:lnTo>
                  <a:pt x="65484" y="65484"/>
                </a:lnTo>
                <a:close/>
              </a:path>
            </a:pathLst>
          </a:custGeom>
          <a:solidFill>
            <a:srgbClr val="39FF14"/>
          </a:solidFill>
          <a:ln/>
        </p:spPr>
      </p:sp>
      <p:sp>
        <p:nvSpPr>
          <p:cNvPr id="27" name="Text 24"/>
          <p:cNvSpPr/>
          <p:nvPr/>
        </p:nvSpPr>
        <p:spPr>
          <a:xfrm>
            <a:off x="6600825" y="3714750"/>
            <a:ext cx="5133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9FF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Control Loop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365875" y="4203700"/>
            <a:ext cx="301625" cy="301625"/>
          </a:xfrm>
          <a:custGeom>
            <a:avLst/>
            <a:gdLst/>
            <a:ahLst/>
            <a:cxnLst/>
            <a:rect l="l" t="t" r="r" b="b"/>
            <a:pathLst>
              <a:path w="301625" h="301625">
                <a:moveTo>
                  <a:pt x="150813" y="0"/>
                </a:moveTo>
                <a:lnTo>
                  <a:pt x="150813" y="0"/>
                </a:lnTo>
                <a:cubicBezTo>
                  <a:pt x="234048" y="0"/>
                  <a:pt x="301625" y="67577"/>
                  <a:pt x="301625" y="150813"/>
                </a:cubicBezTo>
                <a:lnTo>
                  <a:pt x="301625" y="150813"/>
                </a:lnTo>
                <a:cubicBezTo>
                  <a:pt x="301625" y="234048"/>
                  <a:pt x="234048" y="301625"/>
                  <a:pt x="150813" y="301625"/>
                </a:cubicBezTo>
                <a:lnTo>
                  <a:pt x="150813" y="301625"/>
                </a:lnTo>
                <a:cubicBezTo>
                  <a:pt x="67577" y="301625"/>
                  <a:pt x="0" y="234048"/>
                  <a:pt x="0" y="150813"/>
                </a:cubicBezTo>
                <a:lnTo>
                  <a:pt x="0" y="150813"/>
                </a:lnTo>
                <a:cubicBezTo>
                  <a:pt x="0" y="67577"/>
                  <a:pt x="67577" y="0"/>
                  <a:pt x="150813" y="0"/>
                </a:cubicBezTo>
                <a:close/>
              </a:path>
            </a:pathLst>
          </a:custGeom>
          <a:solidFill>
            <a:srgbClr val="39FF14">
              <a:alpha val="20000"/>
            </a:srgbClr>
          </a:solidFill>
          <a:ln w="8467">
            <a:solidFill>
              <a:srgbClr val="39FF1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90891" y="4238625"/>
            <a:ext cx="123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9FF1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781800" y="4238625"/>
            <a:ext cx="4933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Sensor Input:</a:t>
            </a:r>
            <a:r>
              <a:rPr lang="en-US" sz="1200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External &amp; internal sensors detect conditions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365875" y="4584700"/>
            <a:ext cx="301625" cy="301625"/>
          </a:xfrm>
          <a:custGeom>
            <a:avLst/>
            <a:gdLst/>
            <a:ahLst/>
            <a:cxnLst/>
            <a:rect l="l" t="t" r="r" b="b"/>
            <a:pathLst>
              <a:path w="301625" h="301625">
                <a:moveTo>
                  <a:pt x="150813" y="0"/>
                </a:moveTo>
                <a:lnTo>
                  <a:pt x="150813" y="0"/>
                </a:lnTo>
                <a:cubicBezTo>
                  <a:pt x="234048" y="0"/>
                  <a:pt x="301625" y="67577"/>
                  <a:pt x="301625" y="150813"/>
                </a:cubicBezTo>
                <a:lnTo>
                  <a:pt x="301625" y="150813"/>
                </a:lnTo>
                <a:cubicBezTo>
                  <a:pt x="301625" y="234048"/>
                  <a:pt x="234048" y="301625"/>
                  <a:pt x="150813" y="301625"/>
                </a:cubicBezTo>
                <a:lnTo>
                  <a:pt x="150813" y="301625"/>
                </a:lnTo>
                <a:cubicBezTo>
                  <a:pt x="67577" y="301625"/>
                  <a:pt x="0" y="234048"/>
                  <a:pt x="0" y="150813"/>
                </a:cubicBezTo>
                <a:lnTo>
                  <a:pt x="0" y="150813"/>
                </a:lnTo>
                <a:cubicBezTo>
                  <a:pt x="0" y="67577"/>
                  <a:pt x="67577" y="0"/>
                  <a:pt x="150813" y="0"/>
                </a:cubicBezTo>
                <a:close/>
              </a:path>
            </a:pathLst>
          </a:custGeom>
          <a:solidFill>
            <a:srgbClr val="39FF14">
              <a:alpha val="20000"/>
            </a:srgbClr>
          </a:solidFill>
          <a:ln w="8467">
            <a:solidFill>
              <a:srgbClr val="39FF1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76306" y="4619625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9FF1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781800" y="4619625"/>
            <a:ext cx="4933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Microcontroller Processing:</a:t>
            </a:r>
            <a:r>
              <a:rPr lang="en-US" sz="1200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ESP DEVKIT V1 analyzes data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365875" y="4965700"/>
            <a:ext cx="301625" cy="301625"/>
          </a:xfrm>
          <a:custGeom>
            <a:avLst/>
            <a:gdLst/>
            <a:ahLst/>
            <a:cxnLst/>
            <a:rect l="l" t="t" r="r" b="b"/>
            <a:pathLst>
              <a:path w="301625" h="301625">
                <a:moveTo>
                  <a:pt x="150813" y="0"/>
                </a:moveTo>
                <a:lnTo>
                  <a:pt x="150813" y="0"/>
                </a:lnTo>
                <a:cubicBezTo>
                  <a:pt x="234048" y="0"/>
                  <a:pt x="301625" y="67577"/>
                  <a:pt x="301625" y="150813"/>
                </a:cubicBezTo>
                <a:lnTo>
                  <a:pt x="301625" y="150813"/>
                </a:lnTo>
                <a:cubicBezTo>
                  <a:pt x="301625" y="234048"/>
                  <a:pt x="234048" y="301625"/>
                  <a:pt x="150813" y="301625"/>
                </a:cubicBezTo>
                <a:lnTo>
                  <a:pt x="150813" y="301625"/>
                </a:lnTo>
                <a:cubicBezTo>
                  <a:pt x="67577" y="301625"/>
                  <a:pt x="0" y="234048"/>
                  <a:pt x="0" y="150813"/>
                </a:cubicBezTo>
                <a:lnTo>
                  <a:pt x="0" y="150813"/>
                </a:lnTo>
                <a:cubicBezTo>
                  <a:pt x="0" y="67577"/>
                  <a:pt x="67577" y="0"/>
                  <a:pt x="150813" y="0"/>
                </a:cubicBezTo>
                <a:close/>
              </a:path>
            </a:pathLst>
          </a:custGeom>
          <a:solidFill>
            <a:srgbClr val="39FF14">
              <a:alpha val="20000"/>
            </a:srgbClr>
          </a:solidFill>
          <a:ln w="8467">
            <a:solidFill>
              <a:srgbClr val="39FF1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74321" y="5000625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9FF1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781800" y="5000625"/>
            <a:ext cx="4933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Actuator Response:</a:t>
            </a:r>
            <a:r>
              <a:rPr lang="en-US" sz="1200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Servo motor &amp; LEDs respond appropriately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6365875" y="5346700"/>
            <a:ext cx="301625" cy="301625"/>
          </a:xfrm>
          <a:custGeom>
            <a:avLst/>
            <a:gdLst/>
            <a:ahLst/>
            <a:cxnLst/>
            <a:rect l="l" t="t" r="r" b="b"/>
            <a:pathLst>
              <a:path w="301625" h="301625">
                <a:moveTo>
                  <a:pt x="150813" y="0"/>
                </a:moveTo>
                <a:lnTo>
                  <a:pt x="150813" y="0"/>
                </a:lnTo>
                <a:cubicBezTo>
                  <a:pt x="234048" y="0"/>
                  <a:pt x="301625" y="67577"/>
                  <a:pt x="301625" y="150813"/>
                </a:cubicBezTo>
                <a:lnTo>
                  <a:pt x="301625" y="150813"/>
                </a:lnTo>
                <a:cubicBezTo>
                  <a:pt x="301625" y="234048"/>
                  <a:pt x="234048" y="301625"/>
                  <a:pt x="150813" y="301625"/>
                </a:cubicBezTo>
                <a:lnTo>
                  <a:pt x="150813" y="301625"/>
                </a:lnTo>
                <a:cubicBezTo>
                  <a:pt x="67577" y="301625"/>
                  <a:pt x="0" y="234048"/>
                  <a:pt x="0" y="150813"/>
                </a:cubicBezTo>
                <a:lnTo>
                  <a:pt x="0" y="150813"/>
                </a:lnTo>
                <a:cubicBezTo>
                  <a:pt x="0" y="67577"/>
                  <a:pt x="67577" y="0"/>
                  <a:pt x="150813" y="0"/>
                </a:cubicBezTo>
                <a:close/>
              </a:path>
            </a:pathLst>
          </a:custGeom>
          <a:solidFill>
            <a:srgbClr val="39FF14">
              <a:alpha val="20000"/>
            </a:srgbClr>
          </a:solidFill>
          <a:ln w="8467">
            <a:solidFill>
              <a:srgbClr val="39FF1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476306" y="5381625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9FF1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6781800" y="5381625"/>
            <a:ext cx="4933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Monitoring:</a:t>
            </a:r>
            <a:r>
              <a:rPr lang="en-US" sz="1200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Loop repeats for real-time updates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381000" y="6086475"/>
            <a:ext cx="11430000" cy="19050"/>
          </a:xfrm>
          <a:custGeom>
            <a:avLst/>
            <a:gdLst/>
            <a:ahLst/>
            <a:cxnLst/>
            <a:rect l="l" t="t" r="r" b="b"/>
            <a:pathLst>
              <a:path w="11430000" h="19050">
                <a:moveTo>
                  <a:pt x="0" y="0"/>
                </a:moveTo>
                <a:lnTo>
                  <a:pt x="11430000" y="0"/>
                </a:lnTo>
                <a:lnTo>
                  <a:pt x="11430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39FF14"/>
          </a:solidFill>
          <a:ln/>
        </p:spPr>
      </p:sp>
      <p:sp>
        <p:nvSpPr>
          <p:cNvPr id="41" name="Shape 38"/>
          <p:cNvSpPr/>
          <p:nvPr/>
        </p:nvSpPr>
        <p:spPr>
          <a:xfrm>
            <a:off x="404813" y="625475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75009" y="53578"/>
                </a:moveTo>
                <a:cubicBezTo>
                  <a:pt x="75009" y="47664"/>
                  <a:pt x="79811" y="42863"/>
                  <a:pt x="85725" y="42863"/>
                </a:cubicBezTo>
                <a:cubicBezTo>
                  <a:pt x="91639" y="42863"/>
                  <a:pt x="96441" y="47664"/>
                  <a:pt x="96441" y="53578"/>
                </a:cubicBezTo>
                <a:cubicBezTo>
                  <a:pt x="96441" y="59492"/>
                  <a:pt x="91639" y="64294"/>
                  <a:pt x="85725" y="64294"/>
                </a:cubicBezTo>
                <a:cubicBezTo>
                  <a:pt x="79811" y="64294"/>
                  <a:pt x="75009" y="59492"/>
                  <a:pt x="75009" y="53578"/>
                </a:cubicBezTo>
                <a:close/>
                <a:moveTo>
                  <a:pt x="72330" y="75009"/>
                </a:moveTo>
                <a:lnTo>
                  <a:pt x="88404" y="75009"/>
                </a:lnTo>
                <a:cubicBezTo>
                  <a:pt x="92858" y="75009"/>
                  <a:pt x="96441" y="78592"/>
                  <a:pt x="96441" y="83046"/>
                </a:cubicBezTo>
                <a:lnTo>
                  <a:pt x="96441" y="112514"/>
                </a:lnTo>
                <a:lnTo>
                  <a:pt x="99120" y="112514"/>
                </a:lnTo>
                <a:cubicBezTo>
                  <a:pt x="103573" y="112514"/>
                  <a:pt x="107156" y="116097"/>
                  <a:pt x="107156" y="120551"/>
                </a:cubicBezTo>
                <a:cubicBezTo>
                  <a:pt x="107156" y="125004"/>
                  <a:pt x="103573" y="128588"/>
                  <a:pt x="99120" y="128588"/>
                </a:cubicBezTo>
                <a:lnTo>
                  <a:pt x="72330" y="128588"/>
                </a:lnTo>
                <a:cubicBezTo>
                  <a:pt x="67877" y="128588"/>
                  <a:pt x="64294" y="125004"/>
                  <a:pt x="64294" y="120551"/>
                </a:cubicBezTo>
                <a:cubicBezTo>
                  <a:pt x="64294" y="116097"/>
                  <a:pt x="67877" y="112514"/>
                  <a:pt x="72330" y="112514"/>
                </a:cubicBezTo>
                <a:lnTo>
                  <a:pt x="80367" y="112514"/>
                </a:lnTo>
                <a:lnTo>
                  <a:pt x="80367" y="91083"/>
                </a:lnTo>
                <a:lnTo>
                  <a:pt x="72330" y="91083"/>
                </a:lnTo>
                <a:cubicBezTo>
                  <a:pt x="67877" y="91083"/>
                  <a:pt x="64294" y="87500"/>
                  <a:pt x="64294" y="83046"/>
                </a:cubicBezTo>
                <a:cubicBezTo>
                  <a:pt x="64294" y="78592"/>
                  <a:pt x="67877" y="75009"/>
                  <a:pt x="72330" y="75009"/>
                </a:cubicBezTo>
                <a:close/>
              </a:path>
            </a:pathLst>
          </a:custGeom>
          <a:solidFill>
            <a:srgbClr val="39FF14"/>
          </a:solidFill>
          <a:ln/>
        </p:spPr>
      </p:sp>
      <p:sp>
        <p:nvSpPr>
          <p:cNvPr id="42" name="Text 39"/>
          <p:cNvSpPr/>
          <p:nvPr/>
        </p:nvSpPr>
        <p:spPr>
          <a:xfrm>
            <a:off x="657225" y="6210300"/>
            <a:ext cx="6115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9FF1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Feedback:</a:t>
            </a:r>
            <a:r>
              <a:rPr lang="en-US" sz="1350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System responds within milliseconds to any status changes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10354767" y="62484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39FF14"/>
          </a:solidFill>
          <a:ln/>
        </p:spPr>
      </p:sp>
      <p:sp>
        <p:nvSpPr>
          <p:cNvPr id="44" name="Text 41"/>
          <p:cNvSpPr/>
          <p:nvPr/>
        </p:nvSpPr>
        <p:spPr>
          <a:xfrm>
            <a:off x="10645279" y="6229350"/>
            <a:ext cx="123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Active Monitoring</a:t>
            </a:r>
            <a:endParaRPr lang="en-US" sz="160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6658A7BD-C3F5-357E-9592-106DE329DA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0882" t="39083" r="-513" b="26293"/>
          <a:stretch>
            <a:fillRect/>
          </a:stretch>
        </p:blipFill>
        <p:spPr>
          <a:xfrm>
            <a:off x="5575830" y="1085850"/>
            <a:ext cx="6291910" cy="233362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175" y="384175"/>
            <a:ext cx="454025" cy="454025"/>
          </a:xfrm>
          <a:custGeom>
            <a:avLst/>
            <a:gdLst/>
            <a:ahLst/>
            <a:cxnLst/>
            <a:rect l="l" t="t" r="r" b="b"/>
            <a:pathLst>
              <a:path w="454025" h="454025">
                <a:moveTo>
                  <a:pt x="76199" y="0"/>
                </a:moveTo>
                <a:lnTo>
                  <a:pt x="377826" y="0"/>
                </a:lnTo>
                <a:cubicBezTo>
                  <a:pt x="419910" y="0"/>
                  <a:pt x="454025" y="34115"/>
                  <a:pt x="454025" y="76199"/>
                </a:cubicBezTo>
                <a:lnTo>
                  <a:pt x="454025" y="377826"/>
                </a:lnTo>
                <a:cubicBezTo>
                  <a:pt x="454025" y="419910"/>
                  <a:pt x="419910" y="454025"/>
                  <a:pt x="377826" y="454025"/>
                </a:cubicBezTo>
                <a:lnTo>
                  <a:pt x="76199" y="454025"/>
                </a:lnTo>
                <a:cubicBezTo>
                  <a:pt x="34115" y="454025"/>
                  <a:pt x="0" y="419910"/>
                  <a:pt x="0" y="37782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39FF14">
              <a:alpha val="20000"/>
            </a:srgbClr>
          </a:solidFill>
          <a:ln w="8467">
            <a:solidFill>
              <a:srgbClr val="39F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95300" y="495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39FF14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381000"/>
            <a:ext cx="4857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8F9F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Future Enhancements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914400"/>
            <a:ext cx="1828800" cy="38100"/>
          </a:xfrm>
          <a:custGeom>
            <a:avLst/>
            <a:gdLst/>
            <a:ahLst/>
            <a:cxnLst/>
            <a:rect l="l" t="t" r="r" b="b"/>
            <a:pathLst>
              <a:path w="1828800" h="38100">
                <a:moveTo>
                  <a:pt x="0" y="0"/>
                </a:moveTo>
                <a:lnTo>
                  <a:pt x="1828800" y="0"/>
                </a:lnTo>
                <a:lnTo>
                  <a:pt x="1828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9FF14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7" name="Shape 5"/>
          <p:cNvSpPr/>
          <p:nvPr/>
        </p:nvSpPr>
        <p:spPr>
          <a:xfrm>
            <a:off x="400050" y="1104900"/>
            <a:ext cx="38100" cy="1504950"/>
          </a:xfrm>
          <a:custGeom>
            <a:avLst/>
            <a:gdLst/>
            <a:ahLst/>
            <a:cxnLst/>
            <a:rect l="l" t="t" r="r" b="b"/>
            <a:pathLst>
              <a:path w="38100" h="1504950">
                <a:moveTo>
                  <a:pt x="0" y="0"/>
                </a:moveTo>
                <a:lnTo>
                  <a:pt x="38100" y="0"/>
                </a:lnTo>
                <a:lnTo>
                  <a:pt x="381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solidFill>
            <a:srgbClr val="39FF14"/>
          </a:solidFill>
          <a:ln/>
        </p:spPr>
      </p:sp>
      <p:sp>
        <p:nvSpPr>
          <p:cNvPr id="8" name="Shape 6"/>
          <p:cNvSpPr/>
          <p:nvPr/>
        </p:nvSpPr>
        <p:spPr>
          <a:xfrm>
            <a:off x="574675" y="1203325"/>
            <a:ext cx="377825" cy="377825"/>
          </a:xfrm>
          <a:custGeom>
            <a:avLst/>
            <a:gdLst/>
            <a:ahLst/>
            <a:cxnLst/>
            <a:rect l="l" t="t" r="r" b="b"/>
            <a:pathLst>
              <a:path w="377825" h="377825">
                <a:moveTo>
                  <a:pt x="76200" y="0"/>
                </a:moveTo>
                <a:lnTo>
                  <a:pt x="301625" y="0"/>
                </a:lnTo>
                <a:cubicBezTo>
                  <a:pt x="343681" y="0"/>
                  <a:pt x="377825" y="34144"/>
                  <a:pt x="377825" y="76200"/>
                </a:cubicBezTo>
                <a:lnTo>
                  <a:pt x="377825" y="301625"/>
                </a:lnTo>
                <a:cubicBezTo>
                  <a:pt x="377825" y="343681"/>
                  <a:pt x="343681" y="377825"/>
                  <a:pt x="301625" y="377825"/>
                </a:cubicBezTo>
                <a:lnTo>
                  <a:pt x="76200" y="377825"/>
                </a:lnTo>
                <a:cubicBezTo>
                  <a:pt x="34144" y="377825"/>
                  <a:pt x="0" y="343681"/>
                  <a:pt x="0" y="3016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39FF14">
              <a:alpha val="20000"/>
            </a:srgbClr>
          </a:solidFill>
          <a:ln w="8467">
            <a:solidFill>
              <a:srgbClr val="39FF1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4844" y="12954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7156" y="35719"/>
                </a:moveTo>
                <a:cubicBezTo>
                  <a:pt x="73335" y="35719"/>
                  <a:pt x="42714" y="49113"/>
                  <a:pt x="20203" y="70917"/>
                </a:cubicBezTo>
                <a:cubicBezTo>
                  <a:pt x="15478" y="75493"/>
                  <a:pt x="7925" y="75381"/>
                  <a:pt x="3386" y="70656"/>
                </a:cubicBezTo>
                <a:cubicBezTo>
                  <a:pt x="-1153" y="65931"/>
                  <a:pt x="-1079" y="58378"/>
                  <a:pt x="3646" y="53839"/>
                </a:cubicBezTo>
                <a:cubicBezTo>
                  <a:pt x="30398" y="27868"/>
                  <a:pt x="66935" y="11906"/>
                  <a:pt x="107156" y="11906"/>
                </a:cubicBezTo>
                <a:cubicBezTo>
                  <a:pt x="147377" y="11906"/>
                  <a:pt x="183914" y="27868"/>
                  <a:pt x="210703" y="53839"/>
                </a:cubicBezTo>
                <a:cubicBezTo>
                  <a:pt x="215429" y="58415"/>
                  <a:pt x="215540" y="65968"/>
                  <a:pt x="210964" y="70656"/>
                </a:cubicBezTo>
                <a:cubicBezTo>
                  <a:pt x="206387" y="75344"/>
                  <a:pt x="198834" y="75493"/>
                  <a:pt x="194146" y="70917"/>
                </a:cubicBezTo>
                <a:cubicBezTo>
                  <a:pt x="171599" y="49113"/>
                  <a:pt x="140977" y="35719"/>
                  <a:pt x="107156" y="35719"/>
                </a:cubicBezTo>
                <a:close/>
                <a:moveTo>
                  <a:pt x="89297" y="160734"/>
                </a:moveTo>
                <a:cubicBezTo>
                  <a:pt x="89297" y="150878"/>
                  <a:pt x="97299" y="142875"/>
                  <a:pt x="107156" y="142875"/>
                </a:cubicBezTo>
                <a:cubicBezTo>
                  <a:pt x="117013" y="142875"/>
                  <a:pt x="125016" y="150878"/>
                  <a:pt x="125016" y="160734"/>
                </a:cubicBezTo>
                <a:cubicBezTo>
                  <a:pt x="125016" y="170591"/>
                  <a:pt x="117013" y="178594"/>
                  <a:pt x="107156" y="178594"/>
                </a:cubicBezTo>
                <a:cubicBezTo>
                  <a:pt x="97299" y="178594"/>
                  <a:pt x="89297" y="170591"/>
                  <a:pt x="89297" y="160734"/>
                </a:cubicBezTo>
                <a:close/>
                <a:moveTo>
                  <a:pt x="62508" y="121369"/>
                </a:moveTo>
                <a:cubicBezTo>
                  <a:pt x="58155" y="126318"/>
                  <a:pt x="50639" y="126764"/>
                  <a:pt x="45690" y="122411"/>
                </a:cubicBezTo>
                <a:cubicBezTo>
                  <a:pt x="40742" y="118058"/>
                  <a:pt x="40295" y="110542"/>
                  <a:pt x="44648" y="105594"/>
                </a:cubicBezTo>
                <a:cubicBezTo>
                  <a:pt x="59903" y="88329"/>
                  <a:pt x="82265" y="77391"/>
                  <a:pt x="107156" y="77391"/>
                </a:cubicBezTo>
                <a:cubicBezTo>
                  <a:pt x="132048" y="77391"/>
                  <a:pt x="154409" y="88329"/>
                  <a:pt x="169664" y="105594"/>
                </a:cubicBezTo>
                <a:cubicBezTo>
                  <a:pt x="174017" y="110542"/>
                  <a:pt x="173534" y="118058"/>
                  <a:pt x="168622" y="122411"/>
                </a:cubicBezTo>
                <a:cubicBezTo>
                  <a:pt x="163711" y="126764"/>
                  <a:pt x="156158" y="126281"/>
                  <a:pt x="151805" y="121369"/>
                </a:cubicBezTo>
                <a:cubicBezTo>
                  <a:pt x="140866" y="108979"/>
                  <a:pt x="124941" y="101203"/>
                  <a:pt x="107156" y="101203"/>
                </a:cubicBezTo>
                <a:cubicBezTo>
                  <a:pt x="89371" y="101203"/>
                  <a:pt x="73447" y="108979"/>
                  <a:pt x="62508" y="121369"/>
                </a:cubicBezTo>
                <a:close/>
              </a:path>
            </a:pathLst>
          </a:custGeom>
          <a:solidFill>
            <a:srgbClr val="39FF14"/>
          </a:solidFill>
          <a:ln/>
        </p:spPr>
      </p:sp>
      <p:sp>
        <p:nvSpPr>
          <p:cNvPr id="10" name="Text 8"/>
          <p:cNvSpPr/>
          <p:nvPr/>
        </p:nvSpPr>
        <p:spPr>
          <a:xfrm>
            <a:off x="1066800" y="1238250"/>
            <a:ext cx="2724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9FF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Wireless &amp; IoT Integration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500" y="1695450"/>
            <a:ext cx="5524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 remote monitoring and notifications through wireless connectivity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1500" y="2019300"/>
            <a:ext cx="5524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DB5B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Integration with mobile apps and cloud platforms for real-time status updates, fill-level alerts, and system diagnostics from anywhere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91250" y="1104900"/>
            <a:ext cx="38100" cy="1504950"/>
          </a:xfrm>
          <a:custGeom>
            <a:avLst/>
            <a:gdLst/>
            <a:ahLst/>
            <a:cxnLst/>
            <a:rect l="l" t="t" r="r" b="b"/>
            <a:pathLst>
              <a:path w="38100" h="1504950">
                <a:moveTo>
                  <a:pt x="0" y="0"/>
                </a:moveTo>
                <a:lnTo>
                  <a:pt x="38100" y="0"/>
                </a:lnTo>
                <a:lnTo>
                  <a:pt x="381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solidFill>
            <a:srgbClr val="6C757D"/>
          </a:solidFill>
          <a:ln/>
        </p:spPr>
      </p:sp>
      <p:sp>
        <p:nvSpPr>
          <p:cNvPr id="14" name="Shape 12"/>
          <p:cNvSpPr/>
          <p:nvPr/>
        </p:nvSpPr>
        <p:spPr>
          <a:xfrm>
            <a:off x="6365875" y="1203325"/>
            <a:ext cx="377825" cy="377825"/>
          </a:xfrm>
          <a:custGeom>
            <a:avLst/>
            <a:gdLst/>
            <a:ahLst/>
            <a:cxnLst/>
            <a:rect l="l" t="t" r="r" b="b"/>
            <a:pathLst>
              <a:path w="377825" h="377825">
                <a:moveTo>
                  <a:pt x="76200" y="0"/>
                </a:moveTo>
                <a:lnTo>
                  <a:pt x="301625" y="0"/>
                </a:lnTo>
                <a:cubicBezTo>
                  <a:pt x="343681" y="0"/>
                  <a:pt x="377825" y="34144"/>
                  <a:pt x="377825" y="76200"/>
                </a:cubicBezTo>
                <a:lnTo>
                  <a:pt x="377825" y="301625"/>
                </a:lnTo>
                <a:cubicBezTo>
                  <a:pt x="377825" y="343681"/>
                  <a:pt x="343681" y="377825"/>
                  <a:pt x="301625" y="377825"/>
                </a:cubicBezTo>
                <a:lnTo>
                  <a:pt x="76200" y="377825"/>
                </a:lnTo>
                <a:cubicBezTo>
                  <a:pt x="34144" y="377825"/>
                  <a:pt x="0" y="343681"/>
                  <a:pt x="0" y="3016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6C757D">
              <a:alpha val="20000"/>
            </a:srgbClr>
          </a:solidFill>
          <a:ln w="8467">
            <a:solidFill>
              <a:srgbClr val="6C757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34138" y="12954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42875" y="11906"/>
                </a:moveTo>
                <a:lnTo>
                  <a:pt x="190500" y="11906"/>
                </a:lnTo>
                <a:cubicBezTo>
                  <a:pt x="197086" y="11906"/>
                  <a:pt x="202406" y="17227"/>
                  <a:pt x="202406" y="23812"/>
                </a:cubicBezTo>
                <a:cubicBezTo>
                  <a:pt x="202406" y="30398"/>
                  <a:pt x="197086" y="35719"/>
                  <a:pt x="190500" y="35719"/>
                </a:cubicBezTo>
                <a:lnTo>
                  <a:pt x="148233" y="35719"/>
                </a:lnTo>
                <a:cubicBezTo>
                  <a:pt x="146298" y="45318"/>
                  <a:pt x="139712" y="53243"/>
                  <a:pt x="130969" y="57038"/>
                </a:cubicBezTo>
                <a:lnTo>
                  <a:pt x="130969" y="166688"/>
                </a:lnTo>
                <a:lnTo>
                  <a:pt x="190500" y="166688"/>
                </a:lnTo>
                <a:cubicBezTo>
                  <a:pt x="197086" y="166688"/>
                  <a:pt x="202406" y="172008"/>
                  <a:pt x="202406" y="178594"/>
                </a:cubicBezTo>
                <a:cubicBezTo>
                  <a:pt x="202406" y="185179"/>
                  <a:pt x="197086" y="190500"/>
                  <a:pt x="190500" y="190500"/>
                </a:cubicBezTo>
                <a:lnTo>
                  <a:pt x="47625" y="190500"/>
                </a:lnTo>
                <a:cubicBezTo>
                  <a:pt x="41039" y="190500"/>
                  <a:pt x="35719" y="185179"/>
                  <a:pt x="35719" y="178594"/>
                </a:cubicBezTo>
                <a:cubicBezTo>
                  <a:pt x="35719" y="172008"/>
                  <a:pt x="41039" y="166688"/>
                  <a:pt x="47625" y="166688"/>
                </a:cubicBezTo>
                <a:lnTo>
                  <a:pt x="107156" y="166688"/>
                </a:lnTo>
                <a:lnTo>
                  <a:pt x="107156" y="57038"/>
                </a:lnTo>
                <a:cubicBezTo>
                  <a:pt x="98413" y="53206"/>
                  <a:pt x="91827" y="45281"/>
                  <a:pt x="89892" y="35719"/>
                </a:cubicBezTo>
                <a:lnTo>
                  <a:pt x="47625" y="35719"/>
                </a:lnTo>
                <a:cubicBezTo>
                  <a:pt x="41039" y="35719"/>
                  <a:pt x="35719" y="30398"/>
                  <a:pt x="35719" y="23812"/>
                </a:cubicBezTo>
                <a:cubicBezTo>
                  <a:pt x="35719" y="17227"/>
                  <a:pt x="41039" y="11906"/>
                  <a:pt x="47625" y="11906"/>
                </a:cubicBezTo>
                <a:lnTo>
                  <a:pt x="95250" y="11906"/>
                </a:lnTo>
                <a:cubicBezTo>
                  <a:pt x="100682" y="4688"/>
                  <a:pt x="109314" y="0"/>
                  <a:pt x="119063" y="0"/>
                </a:cubicBezTo>
                <a:cubicBezTo>
                  <a:pt x="128811" y="0"/>
                  <a:pt x="137443" y="4688"/>
                  <a:pt x="142875" y="11906"/>
                </a:cubicBezTo>
                <a:close/>
                <a:moveTo>
                  <a:pt x="163562" y="119063"/>
                </a:moveTo>
                <a:lnTo>
                  <a:pt x="217438" y="119063"/>
                </a:lnTo>
                <a:lnTo>
                  <a:pt x="190500" y="72851"/>
                </a:lnTo>
                <a:lnTo>
                  <a:pt x="163562" y="119063"/>
                </a:lnTo>
                <a:close/>
                <a:moveTo>
                  <a:pt x="190500" y="154781"/>
                </a:moveTo>
                <a:cubicBezTo>
                  <a:pt x="167097" y="154781"/>
                  <a:pt x="147638" y="142131"/>
                  <a:pt x="143619" y="125425"/>
                </a:cubicBezTo>
                <a:cubicBezTo>
                  <a:pt x="142652" y="121332"/>
                  <a:pt x="143991" y="117128"/>
                  <a:pt x="146112" y="113481"/>
                </a:cubicBezTo>
                <a:lnTo>
                  <a:pt x="181533" y="52760"/>
                </a:lnTo>
                <a:cubicBezTo>
                  <a:pt x="183393" y="49560"/>
                  <a:pt x="186817" y="47625"/>
                  <a:pt x="190500" y="47625"/>
                </a:cubicBezTo>
                <a:cubicBezTo>
                  <a:pt x="194183" y="47625"/>
                  <a:pt x="197607" y="49597"/>
                  <a:pt x="199467" y="52760"/>
                </a:cubicBezTo>
                <a:lnTo>
                  <a:pt x="234888" y="113481"/>
                </a:lnTo>
                <a:cubicBezTo>
                  <a:pt x="237009" y="117128"/>
                  <a:pt x="238348" y="121332"/>
                  <a:pt x="237381" y="125425"/>
                </a:cubicBezTo>
                <a:cubicBezTo>
                  <a:pt x="233363" y="142094"/>
                  <a:pt x="213903" y="154781"/>
                  <a:pt x="190500" y="154781"/>
                </a:cubicBezTo>
                <a:close/>
                <a:moveTo>
                  <a:pt x="47179" y="72851"/>
                </a:moveTo>
                <a:lnTo>
                  <a:pt x="20241" y="119063"/>
                </a:lnTo>
                <a:lnTo>
                  <a:pt x="74154" y="119063"/>
                </a:lnTo>
                <a:lnTo>
                  <a:pt x="47179" y="72851"/>
                </a:lnTo>
                <a:close/>
                <a:moveTo>
                  <a:pt x="335" y="125425"/>
                </a:moveTo>
                <a:cubicBezTo>
                  <a:pt x="-633" y="121332"/>
                  <a:pt x="707" y="117128"/>
                  <a:pt x="2828" y="113481"/>
                </a:cubicBezTo>
                <a:lnTo>
                  <a:pt x="38249" y="52760"/>
                </a:lnTo>
                <a:cubicBezTo>
                  <a:pt x="40109" y="49560"/>
                  <a:pt x="43532" y="47625"/>
                  <a:pt x="47216" y="47625"/>
                </a:cubicBezTo>
                <a:cubicBezTo>
                  <a:pt x="50899" y="47625"/>
                  <a:pt x="54322" y="49597"/>
                  <a:pt x="56183" y="52760"/>
                </a:cubicBezTo>
                <a:lnTo>
                  <a:pt x="91604" y="113481"/>
                </a:lnTo>
                <a:cubicBezTo>
                  <a:pt x="93725" y="117128"/>
                  <a:pt x="95064" y="121332"/>
                  <a:pt x="94097" y="125425"/>
                </a:cubicBezTo>
                <a:cubicBezTo>
                  <a:pt x="90078" y="142094"/>
                  <a:pt x="70619" y="154781"/>
                  <a:pt x="47216" y="154781"/>
                </a:cubicBezTo>
                <a:cubicBezTo>
                  <a:pt x="23812" y="154781"/>
                  <a:pt x="4353" y="142131"/>
                  <a:pt x="335" y="125425"/>
                </a:cubicBezTo>
                <a:close/>
              </a:path>
            </a:pathLst>
          </a:custGeom>
          <a:solidFill>
            <a:srgbClr val="6C757D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0" y="1238250"/>
            <a:ext cx="3133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C75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Fill-Level Detection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62700" y="1695450"/>
            <a:ext cx="5524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accuracy sensing using weight sensors or capacitive sensing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62700" y="2019300"/>
            <a:ext cx="5524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DB5B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Replace ultrasonic sensors with weight-based or capacitive sensing for more precise fill-level measurements and improved reliability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00050" y="2762250"/>
            <a:ext cx="38100" cy="1504950"/>
          </a:xfrm>
          <a:custGeom>
            <a:avLst/>
            <a:gdLst/>
            <a:ahLst/>
            <a:cxnLst/>
            <a:rect l="l" t="t" r="r" b="b"/>
            <a:pathLst>
              <a:path w="38100" h="1504950">
                <a:moveTo>
                  <a:pt x="0" y="0"/>
                </a:moveTo>
                <a:lnTo>
                  <a:pt x="38100" y="0"/>
                </a:lnTo>
                <a:lnTo>
                  <a:pt x="381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solidFill>
            <a:srgbClr val="6C757D"/>
          </a:solidFill>
          <a:ln/>
        </p:spPr>
      </p:sp>
      <p:sp>
        <p:nvSpPr>
          <p:cNvPr id="20" name="Shape 18"/>
          <p:cNvSpPr/>
          <p:nvPr/>
        </p:nvSpPr>
        <p:spPr>
          <a:xfrm>
            <a:off x="574675" y="2860675"/>
            <a:ext cx="377825" cy="377825"/>
          </a:xfrm>
          <a:custGeom>
            <a:avLst/>
            <a:gdLst/>
            <a:ahLst/>
            <a:cxnLst/>
            <a:rect l="l" t="t" r="r" b="b"/>
            <a:pathLst>
              <a:path w="377825" h="377825">
                <a:moveTo>
                  <a:pt x="76200" y="0"/>
                </a:moveTo>
                <a:lnTo>
                  <a:pt x="301625" y="0"/>
                </a:lnTo>
                <a:cubicBezTo>
                  <a:pt x="343681" y="0"/>
                  <a:pt x="377825" y="34144"/>
                  <a:pt x="377825" y="76200"/>
                </a:cubicBezTo>
                <a:lnTo>
                  <a:pt x="377825" y="301625"/>
                </a:lnTo>
                <a:cubicBezTo>
                  <a:pt x="377825" y="343681"/>
                  <a:pt x="343681" y="377825"/>
                  <a:pt x="301625" y="377825"/>
                </a:cubicBezTo>
                <a:lnTo>
                  <a:pt x="76200" y="377825"/>
                </a:lnTo>
                <a:cubicBezTo>
                  <a:pt x="34144" y="377825"/>
                  <a:pt x="0" y="343681"/>
                  <a:pt x="0" y="3016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6C757D">
              <a:alpha val="20000"/>
            </a:srgbClr>
          </a:solidFill>
          <a:ln w="8467">
            <a:solidFill>
              <a:srgbClr val="6C757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6750" y="2952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6C757D"/>
          </a:solidFill>
          <a:ln/>
        </p:spPr>
      </p:sp>
      <p:sp>
        <p:nvSpPr>
          <p:cNvPr id="22" name="Text 20"/>
          <p:cNvSpPr/>
          <p:nvPr/>
        </p:nvSpPr>
        <p:spPr>
          <a:xfrm>
            <a:off x="1066800" y="2895600"/>
            <a:ext cx="3257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C75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AI-Based Predictive Algorithms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1500" y="3352800"/>
            <a:ext cx="5524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Analyze usage patterns and predict optimal collection schedules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1500" y="3676650"/>
            <a:ext cx="5524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DB5B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 algorithms to identify peak usage times, predict fill rates, and optimize waste collection routes for smart cities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91250" y="2762250"/>
            <a:ext cx="38100" cy="1504950"/>
          </a:xfrm>
          <a:custGeom>
            <a:avLst/>
            <a:gdLst/>
            <a:ahLst/>
            <a:cxnLst/>
            <a:rect l="l" t="t" r="r" b="b"/>
            <a:pathLst>
              <a:path w="38100" h="1504950">
                <a:moveTo>
                  <a:pt x="0" y="0"/>
                </a:moveTo>
                <a:lnTo>
                  <a:pt x="38100" y="0"/>
                </a:lnTo>
                <a:lnTo>
                  <a:pt x="381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solidFill>
            <a:srgbClr val="6C757D"/>
          </a:solidFill>
          <a:ln/>
        </p:spPr>
      </p:sp>
      <p:sp>
        <p:nvSpPr>
          <p:cNvPr id="26" name="Shape 24"/>
          <p:cNvSpPr/>
          <p:nvPr/>
        </p:nvSpPr>
        <p:spPr>
          <a:xfrm>
            <a:off x="6365875" y="2860675"/>
            <a:ext cx="377825" cy="377825"/>
          </a:xfrm>
          <a:custGeom>
            <a:avLst/>
            <a:gdLst/>
            <a:ahLst/>
            <a:cxnLst/>
            <a:rect l="l" t="t" r="r" b="b"/>
            <a:pathLst>
              <a:path w="377825" h="377825">
                <a:moveTo>
                  <a:pt x="76200" y="0"/>
                </a:moveTo>
                <a:lnTo>
                  <a:pt x="301625" y="0"/>
                </a:lnTo>
                <a:cubicBezTo>
                  <a:pt x="343681" y="0"/>
                  <a:pt x="377825" y="34144"/>
                  <a:pt x="377825" y="76200"/>
                </a:cubicBezTo>
                <a:lnTo>
                  <a:pt x="377825" y="301625"/>
                </a:lnTo>
                <a:cubicBezTo>
                  <a:pt x="377825" y="343681"/>
                  <a:pt x="343681" y="377825"/>
                  <a:pt x="301625" y="377825"/>
                </a:cubicBezTo>
                <a:lnTo>
                  <a:pt x="76200" y="377825"/>
                </a:lnTo>
                <a:cubicBezTo>
                  <a:pt x="34144" y="377825"/>
                  <a:pt x="0" y="343681"/>
                  <a:pt x="0" y="3016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6C757D">
              <a:alpha val="20000"/>
            </a:srgbClr>
          </a:solidFill>
          <a:ln w="8467">
            <a:solidFill>
              <a:srgbClr val="6C757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57950" y="2952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6C757D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0" y="2895600"/>
            <a:ext cx="2752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6C75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Enhanced Safety Features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62700" y="3352800"/>
            <a:ext cx="5524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Obstruction detection during lid closure for improved safety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62700" y="3676650"/>
            <a:ext cx="5524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DB5B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Additional sensors to detect hands or objects in the lid's path, immediately reversing operation to prevent injury or damage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00050" y="4419600"/>
            <a:ext cx="38100" cy="1504950"/>
          </a:xfrm>
          <a:custGeom>
            <a:avLst/>
            <a:gdLst/>
            <a:ahLst/>
            <a:cxnLst/>
            <a:rect l="l" t="t" r="r" b="b"/>
            <a:pathLst>
              <a:path w="38100" h="1504950">
                <a:moveTo>
                  <a:pt x="0" y="0"/>
                </a:moveTo>
                <a:lnTo>
                  <a:pt x="38100" y="0"/>
                </a:lnTo>
                <a:lnTo>
                  <a:pt x="381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solidFill>
            <a:srgbClr val="39FF14"/>
          </a:solidFill>
          <a:ln/>
        </p:spPr>
      </p:sp>
      <p:sp>
        <p:nvSpPr>
          <p:cNvPr id="32" name="Shape 30"/>
          <p:cNvSpPr/>
          <p:nvPr/>
        </p:nvSpPr>
        <p:spPr>
          <a:xfrm>
            <a:off x="574675" y="4518025"/>
            <a:ext cx="377825" cy="377825"/>
          </a:xfrm>
          <a:custGeom>
            <a:avLst/>
            <a:gdLst/>
            <a:ahLst/>
            <a:cxnLst/>
            <a:rect l="l" t="t" r="r" b="b"/>
            <a:pathLst>
              <a:path w="377825" h="377825">
                <a:moveTo>
                  <a:pt x="76200" y="0"/>
                </a:moveTo>
                <a:lnTo>
                  <a:pt x="301625" y="0"/>
                </a:lnTo>
                <a:cubicBezTo>
                  <a:pt x="343681" y="0"/>
                  <a:pt x="377825" y="34144"/>
                  <a:pt x="377825" y="76200"/>
                </a:cubicBezTo>
                <a:lnTo>
                  <a:pt x="377825" y="301625"/>
                </a:lnTo>
                <a:cubicBezTo>
                  <a:pt x="377825" y="343681"/>
                  <a:pt x="343681" y="377825"/>
                  <a:pt x="301625" y="377825"/>
                </a:cubicBezTo>
                <a:lnTo>
                  <a:pt x="76200" y="377825"/>
                </a:lnTo>
                <a:cubicBezTo>
                  <a:pt x="34144" y="377825"/>
                  <a:pt x="0" y="343681"/>
                  <a:pt x="0" y="3016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39FF14">
              <a:alpha val="20000"/>
            </a:srgbClr>
          </a:solidFill>
          <a:ln w="8467">
            <a:solidFill>
              <a:srgbClr val="39FF1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4844" y="46101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9063" y="0"/>
                </a:moveTo>
                <a:cubicBezTo>
                  <a:pt x="105928" y="0"/>
                  <a:pt x="95250" y="10678"/>
                  <a:pt x="95250" y="23812"/>
                </a:cubicBezTo>
                <a:lnTo>
                  <a:pt x="95250" y="35719"/>
                </a:lnTo>
                <a:lnTo>
                  <a:pt x="77391" y="35719"/>
                </a:lnTo>
                <a:lnTo>
                  <a:pt x="77391" y="8930"/>
                </a:lnTo>
                <a:cubicBezTo>
                  <a:pt x="77391" y="3981"/>
                  <a:pt x="73409" y="0"/>
                  <a:pt x="68461" y="0"/>
                </a:cubicBezTo>
                <a:cubicBezTo>
                  <a:pt x="63512" y="0"/>
                  <a:pt x="59531" y="3981"/>
                  <a:pt x="59531" y="8930"/>
                </a:cubicBezTo>
                <a:lnTo>
                  <a:pt x="59531" y="35719"/>
                </a:lnTo>
                <a:lnTo>
                  <a:pt x="35719" y="35719"/>
                </a:lnTo>
                <a:lnTo>
                  <a:pt x="35719" y="8930"/>
                </a:lnTo>
                <a:cubicBezTo>
                  <a:pt x="35719" y="3981"/>
                  <a:pt x="31738" y="0"/>
                  <a:pt x="26789" y="0"/>
                </a:cubicBezTo>
                <a:cubicBezTo>
                  <a:pt x="21841" y="0"/>
                  <a:pt x="17859" y="3981"/>
                  <a:pt x="17859" y="8930"/>
                </a:cubicBezTo>
                <a:lnTo>
                  <a:pt x="17859" y="36463"/>
                </a:lnTo>
                <a:cubicBezTo>
                  <a:pt x="7590" y="39105"/>
                  <a:pt x="0" y="48444"/>
                  <a:pt x="0" y="59531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90500" y="190500"/>
                </a:lnTo>
                <a:cubicBezTo>
                  <a:pt x="203634" y="190500"/>
                  <a:pt x="214313" y="179822"/>
                  <a:pt x="214313" y="166688"/>
                </a:cubicBezTo>
                <a:lnTo>
                  <a:pt x="214313" y="95250"/>
                </a:lnTo>
                <a:cubicBezTo>
                  <a:pt x="214313" y="82116"/>
                  <a:pt x="203634" y="71438"/>
                  <a:pt x="190500" y="71438"/>
                </a:cubicBezTo>
                <a:lnTo>
                  <a:pt x="166688" y="71438"/>
                </a:lnTo>
                <a:lnTo>
                  <a:pt x="166688" y="23812"/>
                </a:lnTo>
                <a:cubicBezTo>
                  <a:pt x="166688" y="10678"/>
                  <a:pt x="156009" y="0"/>
                  <a:pt x="142875" y="0"/>
                </a:cubicBezTo>
                <a:lnTo>
                  <a:pt x="119063" y="0"/>
                </a:lnTo>
                <a:close/>
                <a:moveTo>
                  <a:pt x="142875" y="41672"/>
                </a:moveTo>
                <a:lnTo>
                  <a:pt x="142875" y="53578"/>
                </a:lnTo>
                <a:cubicBezTo>
                  <a:pt x="142875" y="56852"/>
                  <a:pt x="140196" y="59531"/>
                  <a:pt x="136922" y="59531"/>
                </a:cubicBezTo>
                <a:lnTo>
                  <a:pt x="125016" y="59531"/>
                </a:lnTo>
                <a:cubicBezTo>
                  <a:pt x="121741" y="59531"/>
                  <a:pt x="119063" y="56852"/>
                  <a:pt x="119063" y="53578"/>
                </a:cubicBezTo>
                <a:lnTo>
                  <a:pt x="119063" y="41672"/>
                </a:lnTo>
                <a:cubicBezTo>
                  <a:pt x="119063" y="38398"/>
                  <a:pt x="121741" y="35719"/>
                  <a:pt x="125016" y="35719"/>
                </a:cubicBezTo>
                <a:lnTo>
                  <a:pt x="136922" y="35719"/>
                </a:lnTo>
                <a:cubicBezTo>
                  <a:pt x="140196" y="35719"/>
                  <a:pt x="142875" y="38398"/>
                  <a:pt x="142875" y="41672"/>
                </a:cubicBezTo>
                <a:close/>
                <a:moveTo>
                  <a:pt x="136922" y="71438"/>
                </a:moveTo>
                <a:cubicBezTo>
                  <a:pt x="140196" y="71438"/>
                  <a:pt x="142875" y="74116"/>
                  <a:pt x="142875" y="77391"/>
                </a:cubicBezTo>
                <a:lnTo>
                  <a:pt x="142875" y="89297"/>
                </a:lnTo>
                <a:cubicBezTo>
                  <a:pt x="142875" y="92571"/>
                  <a:pt x="140196" y="95250"/>
                  <a:pt x="136922" y="95250"/>
                </a:cubicBezTo>
                <a:lnTo>
                  <a:pt x="125016" y="95250"/>
                </a:lnTo>
                <a:cubicBezTo>
                  <a:pt x="121741" y="95250"/>
                  <a:pt x="119063" y="92571"/>
                  <a:pt x="119063" y="89297"/>
                </a:cubicBezTo>
                <a:lnTo>
                  <a:pt x="119063" y="77391"/>
                </a:lnTo>
                <a:cubicBezTo>
                  <a:pt x="119063" y="74116"/>
                  <a:pt x="121741" y="71438"/>
                  <a:pt x="125016" y="71438"/>
                </a:cubicBezTo>
                <a:lnTo>
                  <a:pt x="136922" y="71438"/>
                </a:lnTo>
                <a:close/>
                <a:moveTo>
                  <a:pt x="142875" y="113109"/>
                </a:moveTo>
                <a:lnTo>
                  <a:pt x="142875" y="125016"/>
                </a:lnTo>
                <a:cubicBezTo>
                  <a:pt x="142875" y="128290"/>
                  <a:pt x="140196" y="130969"/>
                  <a:pt x="136922" y="130969"/>
                </a:cubicBezTo>
                <a:lnTo>
                  <a:pt x="125016" y="130969"/>
                </a:lnTo>
                <a:cubicBezTo>
                  <a:pt x="121741" y="130969"/>
                  <a:pt x="119063" y="128290"/>
                  <a:pt x="119063" y="125016"/>
                </a:cubicBezTo>
                <a:lnTo>
                  <a:pt x="119063" y="113109"/>
                </a:lnTo>
                <a:cubicBezTo>
                  <a:pt x="119063" y="109835"/>
                  <a:pt x="121741" y="107156"/>
                  <a:pt x="125016" y="107156"/>
                </a:cubicBezTo>
                <a:lnTo>
                  <a:pt x="136922" y="107156"/>
                </a:lnTo>
                <a:cubicBezTo>
                  <a:pt x="140196" y="107156"/>
                  <a:pt x="142875" y="109835"/>
                  <a:pt x="142875" y="113109"/>
                </a:cubicBezTo>
                <a:close/>
                <a:moveTo>
                  <a:pt x="184547" y="107156"/>
                </a:moveTo>
                <a:cubicBezTo>
                  <a:pt x="187821" y="107156"/>
                  <a:pt x="190500" y="109835"/>
                  <a:pt x="190500" y="113109"/>
                </a:cubicBezTo>
                <a:lnTo>
                  <a:pt x="190500" y="125016"/>
                </a:lnTo>
                <a:cubicBezTo>
                  <a:pt x="190500" y="128290"/>
                  <a:pt x="187821" y="130969"/>
                  <a:pt x="184547" y="130969"/>
                </a:cubicBezTo>
                <a:lnTo>
                  <a:pt x="172641" y="130969"/>
                </a:lnTo>
                <a:cubicBezTo>
                  <a:pt x="169366" y="130969"/>
                  <a:pt x="166688" y="128290"/>
                  <a:pt x="166688" y="125016"/>
                </a:cubicBezTo>
                <a:lnTo>
                  <a:pt x="166688" y="113109"/>
                </a:lnTo>
                <a:cubicBezTo>
                  <a:pt x="166688" y="109835"/>
                  <a:pt x="169366" y="107156"/>
                  <a:pt x="172641" y="107156"/>
                </a:cubicBezTo>
                <a:lnTo>
                  <a:pt x="184547" y="107156"/>
                </a:lnTo>
                <a:close/>
                <a:moveTo>
                  <a:pt x="95250" y="113109"/>
                </a:moveTo>
                <a:lnTo>
                  <a:pt x="95250" y="125016"/>
                </a:lnTo>
                <a:cubicBezTo>
                  <a:pt x="95250" y="128290"/>
                  <a:pt x="92571" y="130969"/>
                  <a:pt x="89297" y="130969"/>
                </a:cubicBezTo>
                <a:lnTo>
                  <a:pt x="77391" y="130969"/>
                </a:lnTo>
                <a:cubicBezTo>
                  <a:pt x="74116" y="130969"/>
                  <a:pt x="71438" y="128290"/>
                  <a:pt x="71438" y="125016"/>
                </a:cubicBezTo>
                <a:lnTo>
                  <a:pt x="71438" y="113109"/>
                </a:lnTo>
                <a:cubicBezTo>
                  <a:pt x="71438" y="109835"/>
                  <a:pt x="74116" y="107156"/>
                  <a:pt x="77391" y="107156"/>
                </a:cubicBezTo>
                <a:lnTo>
                  <a:pt x="89297" y="107156"/>
                </a:lnTo>
                <a:cubicBezTo>
                  <a:pt x="92571" y="107156"/>
                  <a:pt x="95250" y="109835"/>
                  <a:pt x="95250" y="113109"/>
                </a:cubicBezTo>
                <a:close/>
                <a:moveTo>
                  <a:pt x="89297" y="71438"/>
                </a:moveTo>
                <a:cubicBezTo>
                  <a:pt x="92571" y="71438"/>
                  <a:pt x="95250" y="74116"/>
                  <a:pt x="95250" y="77391"/>
                </a:cubicBezTo>
                <a:lnTo>
                  <a:pt x="95250" y="89297"/>
                </a:lnTo>
                <a:cubicBezTo>
                  <a:pt x="95250" y="92571"/>
                  <a:pt x="92571" y="95250"/>
                  <a:pt x="89297" y="95250"/>
                </a:cubicBezTo>
                <a:lnTo>
                  <a:pt x="77391" y="95250"/>
                </a:lnTo>
                <a:cubicBezTo>
                  <a:pt x="74116" y="95250"/>
                  <a:pt x="71438" y="92571"/>
                  <a:pt x="71438" y="89297"/>
                </a:cubicBezTo>
                <a:lnTo>
                  <a:pt x="71438" y="77391"/>
                </a:lnTo>
                <a:cubicBezTo>
                  <a:pt x="71438" y="74116"/>
                  <a:pt x="74116" y="71438"/>
                  <a:pt x="77391" y="71438"/>
                </a:cubicBezTo>
                <a:lnTo>
                  <a:pt x="89297" y="71438"/>
                </a:lnTo>
                <a:close/>
                <a:moveTo>
                  <a:pt x="47625" y="113109"/>
                </a:moveTo>
                <a:lnTo>
                  <a:pt x="47625" y="125016"/>
                </a:lnTo>
                <a:cubicBezTo>
                  <a:pt x="47625" y="128290"/>
                  <a:pt x="44946" y="130969"/>
                  <a:pt x="41672" y="130969"/>
                </a:cubicBezTo>
                <a:lnTo>
                  <a:pt x="29766" y="130969"/>
                </a:lnTo>
                <a:cubicBezTo>
                  <a:pt x="26491" y="130969"/>
                  <a:pt x="23812" y="128290"/>
                  <a:pt x="23812" y="125016"/>
                </a:cubicBezTo>
                <a:lnTo>
                  <a:pt x="23812" y="113109"/>
                </a:lnTo>
                <a:cubicBezTo>
                  <a:pt x="23812" y="109835"/>
                  <a:pt x="26491" y="107156"/>
                  <a:pt x="29766" y="107156"/>
                </a:cubicBezTo>
                <a:lnTo>
                  <a:pt x="41672" y="107156"/>
                </a:lnTo>
                <a:cubicBezTo>
                  <a:pt x="44946" y="107156"/>
                  <a:pt x="47625" y="109835"/>
                  <a:pt x="47625" y="113109"/>
                </a:cubicBezTo>
                <a:close/>
                <a:moveTo>
                  <a:pt x="41672" y="71438"/>
                </a:moveTo>
                <a:cubicBezTo>
                  <a:pt x="44946" y="71438"/>
                  <a:pt x="47625" y="74116"/>
                  <a:pt x="47625" y="77391"/>
                </a:cubicBezTo>
                <a:lnTo>
                  <a:pt x="47625" y="89297"/>
                </a:lnTo>
                <a:cubicBezTo>
                  <a:pt x="47625" y="92571"/>
                  <a:pt x="44946" y="95250"/>
                  <a:pt x="41672" y="95250"/>
                </a:cubicBezTo>
                <a:lnTo>
                  <a:pt x="29766" y="95250"/>
                </a:lnTo>
                <a:cubicBezTo>
                  <a:pt x="26491" y="95250"/>
                  <a:pt x="23812" y="92571"/>
                  <a:pt x="23812" y="89297"/>
                </a:cubicBezTo>
                <a:lnTo>
                  <a:pt x="23812" y="77391"/>
                </a:lnTo>
                <a:cubicBezTo>
                  <a:pt x="23812" y="74116"/>
                  <a:pt x="26491" y="71438"/>
                  <a:pt x="29766" y="71438"/>
                </a:cubicBezTo>
                <a:lnTo>
                  <a:pt x="41672" y="71438"/>
                </a:lnTo>
                <a:close/>
              </a:path>
            </a:pathLst>
          </a:custGeom>
          <a:solidFill>
            <a:srgbClr val="39FF14"/>
          </a:solidFill>
          <a:ln/>
        </p:spPr>
      </p:sp>
      <p:sp>
        <p:nvSpPr>
          <p:cNvPr id="34" name="Text 32"/>
          <p:cNvSpPr/>
          <p:nvPr/>
        </p:nvSpPr>
        <p:spPr>
          <a:xfrm>
            <a:off x="1066800" y="4552950"/>
            <a:ext cx="3724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9FF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Waste Management Systems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71500" y="5010150"/>
            <a:ext cx="11315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Scale to smart city and office deployments with centralized management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71500" y="5334000"/>
            <a:ext cx="11315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DB5B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Network-enabled dustbins integrated with municipal waste management systems, providing data analytics, optimized collection routes, and automated scheduling for entire buildings or cities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81000" y="6086475"/>
            <a:ext cx="11430000" cy="19050"/>
          </a:xfrm>
          <a:custGeom>
            <a:avLst/>
            <a:gdLst/>
            <a:ahLst/>
            <a:cxnLst/>
            <a:rect l="l" t="t" r="r" b="b"/>
            <a:pathLst>
              <a:path w="11430000" h="19050">
                <a:moveTo>
                  <a:pt x="0" y="0"/>
                </a:moveTo>
                <a:lnTo>
                  <a:pt x="11430000" y="0"/>
                </a:lnTo>
                <a:lnTo>
                  <a:pt x="114300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39FF14"/>
          </a:solidFill>
          <a:ln/>
        </p:spPr>
      </p:sp>
      <p:sp>
        <p:nvSpPr>
          <p:cNvPr id="38" name="Shape 36"/>
          <p:cNvSpPr/>
          <p:nvPr/>
        </p:nvSpPr>
        <p:spPr>
          <a:xfrm>
            <a:off x="426244" y="6254753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39FF14"/>
          </a:solidFill>
          <a:ln/>
        </p:spPr>
      </p:sp>
      <p:sp>
        <p:nvSpPr>
          <p:cNvPr id="39" name="Text 37"/>
          <p:cNvSpPr/>
          <p:nvPr/>
        </p:nvSpPr>
        <p:spPr>
          <a:xfrm>
            <a:off x="657225" y="6210300"/>
            <a:ext cx="5286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9FF1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Scalability:</a:t>
            </a:r>
            <a:r>
              <a:rPr lang="en-US" sz="1350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System designed for easy expansion and feature upgrades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0143431" y="62484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79846" y="6474"/>
                </a:moveTo>
                <a:cubicBezTo>
                  <a:pt x="75195" y="1823"/>
                  <a:pt x="67642" y="1823"/>
                  <a:pt x="62992" y="6474"/>
                </a:cubicBezTo>
                <a:lnTo>
                  <a:pt x="3460" y="66005"/>
                </a:lnTo>
                <a:cubicBezTo>
                  <a:pt x="-1191" y="70656"/>
                  <a:pt x="-1191" y="78209"/>
                  <a:pt x="3460" y="82860"/>
                </a:cubicBezTo>
                <a:cubicBezTo>
                  <a:pt x="8111" y="87511"/>
                  <a:pt x="15664" y="87511"/>
                  <a:pt x="20315" y="82860"/>
                </a:cubicBezTo>
                <a:lnTo>
                  <a:pt x="59531" y="43644"/>
                </a:lnTo>
                <a:lnTo>
                  <a:pt x="59531" y="181570"/>
                </a:lnTo>
                <a:cubicBezTo>
                  <a:pt x="59531" y="188156"/>
                  <a:pt x="64852" y="193477"/>
                  <a:pt x="71438" y="193477"/>
                </a:cubicBezTo>
                <a:cubicBezTo>
                  <a:pt x="78023" y="193477"/>
                  <a:pt x="83344" y="188156"/>
                  <a:pt x="83344" y="181570"/>
                </a:cubicBezTo>
                <a:lnTo>
                  <a:pt x="83344" y="43644"/>
                </a:lnTo>
                <a:lnTo>
                  <a:pt x="122560" y="82860"/>
                </a:lnTo>
                <a:cubicBezTo>
                  <a:pt x="127211" y="87511"/>
                  <a:pt x="134764" y="87511"/>
                  <a:pt x="139415" y="82860"/>
                </a:cubicBezTo>
                <a:cubicBezTo>
                  <a:pt x="144066" y="78209"/>
                  <a:pt x="144066" y="70656"/>
                  <a:pt x="139415" y="66005"/>
                </a:cubicBezTo>
                <a:lnTo>
                  <a:pt x="79883" y="6474"/>
                </a:lnTo>
                <a:close/>
              </a:path>
            </a:pathLst>
          </a:custGeom>
          <a:solidFill>
            <a:srgbClr val="39FF14"/>
          </a:solidFill>
          <a:ln/>
        </p:spPr>
      </p:sp>
      <p:sp>
        <p:nvSpPr>
          <p:cNvPr id="41" name="Text 39"/>
          <p:cNvSpPr/>
          <p:nvPr/>
        </p:nvSpPr>
        <p:spPr>
          <a:xfrm>
            <a:off x="10410131" y="6229350"/>
            <a:ext cx="1476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Modular Architecture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5111bcbd0e12f0c805cd6f095f49b0f0d3df4561.jpg"/>
          <p:cNvPicPr>
            <a:picLocks noChangeAspect="1"/>
          </p:cNvPicPr>
          <p:nvPr/>
        </p:nvPicPr>
        <p:blipFill>
          <a:blip r:embed="rId3">
            <a:alphaModFix amt="20000"/>
          </a:blip>
          <a:srcRect t="2629" b="2629"/>
          <a:stretch/>
        </p:blipFill>
        <p:spPr>
          <a:xfrm>
            <a:off x="0" y="0"/>
            <a:ext cx="12192000" cy="7700657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7700657"/>
          </a:xfrm>
          <a:custGeom>
            <a:avLst/>
            <a:gdLst/>
            <a:ahLst/>
            <a:cxnLst/>
            <a:rect l="l" t="t" r="r" b="b"/>
            <a:pathLst>
              <a:path w="12192000" h="7700657">
                <a:moveTo>
                  <a:pt x="0" y="0"/>
                </a:moveTo>
                <a:lnTo>
                  <a:pt x="12192000" y="0"/>
                </a:lnTo>
                <a:lnTo>
                  <a:pt x="12192000" y="7700657"/>
                </a:lnTo>
                <a:lnTo>
                  <a:pt x="0" y="770065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12529">
                  <a:alpha val="95000"/>
                </a:srgbClr>
              </a:gs>
              <a:gs pos="50000">
                <a:srgbClr val="212529">
                  <a:alpha val="90000"/>
                </a:srgbClr>
              </a:gs>
              <a:gs pos="100000">
                <a:srgbClr val="39FF14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42440" y="342440"/>
            <a:ext cx="404702" cy="404702"/>
          </a:xfrm>
          <a:custGeom>
            <a:avLst/>
            <a:gdLst/>
            <a:ahLst/>
            <a:cxnLst/>
            <a:rect l="l" t="t" r="r" b="b"/>
            <a:pathLst>
              <a:path w="404702" h="404702">
                <a:moveTo>
                  <a:pt x="67921" y="0"/>
                </a:moveTo>
                <a:lnTo>
                  <a:pt x="336781" y="0"/>
                </a:lnTo>
                <a:cubicBezTo>
                  <a:pt x="374268" y="0"/>
                  <a:pt x="404702" y="30434"/>
                  <a:pt x="404702" y="67921"/>
                </a:cubicBezTo>
                <a:lnTo>
                  <a:pt x="404702" y="336781"/>
                </a:lnTo>
                <a:cubicBezTo>
                  <a:pt x="404702" y="374268"/>
                  <a:pt x="374268" y="404702"/>
                  <a:pt x="336781" y="404702"/>
                </a:cubicBezTo>
                <a:lnTo>
                  <a:pt x="67921" y="404702"/>
                </a:lnTo>
                <a:cubicBezTo>
                  <a:pt x="30434" y="404702"/>
                  <a:pt x="0" y="374268"/>
                  <a:pt x="0" y="336781"/>
                </a:cubicBezTo>
                <a:lnTo>
                  <a:pt x="0" y="67921"/>
                </a:lnTo>
                <a:cubicBezTo>
                  <a:pt x="0" y="30434"/>
                  <a:pt x="30434" y="0"/>
                  <a:pt x="67921" y="0"/>
                </a:cubicBezTo>
                <a:close/>
              </a:path>
            </a:pathLst>
          </a:custGeom>
          <a:solidFill>
            <a:srgbClr val="39FF14">
              <a:alpha val="20000"/>
            </a:srgbClr>
          </a:solidFill>
          <a:ln w="8467">
            <a:solidFill>
              <a:srgbClr val="39FF1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493" y="441493"/>
            <a:ext cx="203766" cy="203766"/>
          </a:xfrm>
          <a:custGeom>
            <a:avLst/>
            <a:gdLst/>
            <a:ahLst/>
            <a:cxnLst/>
            <a:rect l="l" t="t" r="r" b="b"/>
            <a:pathLst>
              <a:path w="203766" h="203766">
                <a:moveTo>
                  <a:pt x="101883" y="203766"/>
                </a:moveTo>
                <a:cubicBezTo>
                  <a:pt x="158114" y="203766"/>
                  <a:pt x="203766" y="158114"/>
                  <a:pt x="203766" y="101883"/>
                </a:cubicBezTo>
                <a:cubicBezTo>
                  <a:pt x="203766" y="45652"/>
                  <a:pt x="158114" y="0"/>
                  <a:pt x="101883" y="0"/>
                </a:cubicBezTo>
                <a:cubicBezTo>
                  <a:pt x="45652" y="0"/>
                  <a:pt x="0" y="45652"/>
                  <a:pt x="0" y="101883"/>
                </a:cubicBezTo>
                <a:cubicBezTo>
                  <a:pt x="0" y="158114"/>
                  <a:pt x="45652" y="203766"/>
                  <a:pt x="101883" y="203766"/>
                </a:cubicBezTo>
                <a:close/>
                <a:moveTo>
                  <a:pt x="135473" y="84650"/>
                </a:moveTo>
                <a:lnTo>
                  <a:pt x="103634" y="135592"/>
                </a:lnTo>
                <a:cubicBezTo>
                  <a:pt x="101963" y="138258"/>
                  <a:pt x="99097" y="139930"/>
                  <a:pt x="95953" y="140089"/>
                </a:cubicBezTo>
                <a:cubicBezTo>
                  <a:pt x="92809" y="140248"/>
                  <a:pt x="89784" y="138816"/>
                  <a:pt x="87914" y="136269"/>
                </a:cubicBezTo>
                <a:lnTo>
                  <a:pt x="68811" y="110798"/>
                </a:lnTo>
                <a:cubicBezTo>
                  <a:pt x="65627" y="106579"/>
                  <a:pt x="66503" y="100609"/>
                  <a:pt x="70721" y="97426"/>
                </a:cubicBezTo>
                <a:cubicBezTo>
                  <a:pt x="74940" y="94242"/>
                  <a:pt x="80909" y="95117"/>
                  <a:pt x="84093" y="99336"/>
                </a:cubicBezTo>
                <a:lnTo>
                  <a:pt x="94839" y="113663"/>
                </a:lnTo>
                <a:lnTo>
                  <a:pt x="119275" y="74542"/>
                </a:lnTo>
                <a:cubicBezTo>
                  <a:pt x="122061" y="70084"/>
                  <a:pt x="127951" y="68691"/>
                  <a:pt x="132448" y="71517"/>
                </a:cubicBezTo>
                <a:cubicBezTo>
                  <a:pt x="136945" y="74343"/>
                  <a:pt x="138298" y="80193"/>
                  <a:pt x="135473" y="84690"/>
                </a:cubicBezTo>
                <a:close/>
              </a:path>
            </a:pathLst>
          </a:custGeom>
          <a:solidFill>
            <a:srgbClr val="39FF14"/>
          </a:solidFill>
          <a:ln/>
        </p:spPr>
      </p:sp>
      <p:sp>
        <p:nvSpPr>
          <p:cNvPr id="6" name="Text 3"/>
          <p:cNvSpPr/>
          <p:nvPr/>
        </p:nvSpPr>
        <p:spPr>
          <a:xfrm>
            <a:off x="849025" y="339610"/>
            <a:ext cx="2309348" cy="407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09" b="1" dirty="0">
                <a:solidFill>
                  <a:srgbClr val="F8F9F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39610" y="815064"/>
            <a:ext cx="1630128" cy="33961"/>
          </a:xfrm>
          <a:custGeom>
            <a:avLst/>
            <a:gdLst/>
            <a:ahLst/>
            <a:cxnLst/>
            <a:rect l="l" t="t" r="r" b="b"/>
            <a:pathLst>
              <a:path w="1630128" h="33961">
                <a:moveTo>
                  <a:pt x="0" y="0"/>
                </a:moveTo>
                <a:lnTo>
                  <a:pt x="1630128" y="0"/>
                </a:lnTo>
                <a:lnTo>
                  <a:pt x="1630128" y="33961"/>
                </a:lnTo>
                <a:lnTo>
                  <a:pt x="0" y="3396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9FF14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9" name="Shape 6"/>
          <p:cNvSpPr/>
          <p:nvPr/>
        </p:nvSpPr>
        <p:spPr>
          <a:xfrm>
            <a:off x="356591" y="1052791"/>
            <a:ext cx="33961" cy="3540435"/>
          </a:xfrm>
          <a:custGeom>
            <a:avLst/>
            <a:gdLst/>
            <a:ahLst/>
            <a:cxnLst/>
            <a:rect l="l" t="t" r="r" b="b"/>
            <a:pathLst>
              <a:path w="33961" h="3540435">
                <a:moveTo>
                  <a:pt x="0" y="0"/>
                </a:moveTo>
                <a:lnTo>
                  <a:pt x="33961" y="0"/>
                </a:lnTo>
                <a:lnTo>
                  <a:pt x="33961" y="3540435"/>
                </a:lnTo>
                <a:lnTo>
                  <a:pt x="0" y="3540435"/>
                </a:lnTo>
                <a:lnTo>
                  <a:pt x="0" y="0"/>
                </a:lnTo>
                <a:close/>
              </a:path>
            </a:pathLst>
          </a:custGeom>
          <a:solidFill>
            <a:srgbClr val="39FF14"/>
          </a:solidFill>
          <a:ln/>
        </p:spPr>
      </p:sp>
      <p:sp>
        <p:nvSpPr>
          <p:cNvPr id="10" name="Text 7"/>
          <p:cNvSpPr/>
          <p:nvPr/>
        </p:nvSpPr>
        <p:spPr>
          <a:xfrm>
            <a:off x="543376" y="2025986"/>
            <a:ext cx="5578095" cy="305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6" b="1" dirty="0">
                <a:solidFill>
                  <a:srgbClr val="39FF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Achievements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3376" y="2467479"/>
            <a:ext cx="5535643" cy="551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7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Successfully demonstrated practical application of sensors, actuators, and feedback control in a real-world embedded system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43376" y="3121228"/>
            <a:ext cx="5527153" cy="500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3" dirty="0">
                <a:solidFill>
                  <a:srgbClr val="ADB5B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intelligent automatic dustbin showcases effective integration of hardware and software components for solving everyday hygiene challenges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48100" y="4769398"/>
            <a:ext cx="5637526" cy="1715031"/>
          </a:xfrm>
          <a:custGeom>
            <a:avLst/>
            <a:gdLst/>
            <a:ahLst/>
            <a:cxnLst/>
            <a:rect l="l" t="t" r="r" b="b"/>
            <a:pathLst>
              <a:path w="5637526" h="1715031">
                <a:moveTo>
                  <a:pt x="67915" y="0"/>
                </a:moveTo>
                <a:lnTo>
                  <a:pt x="5569611" y="0"/>
                </a:lnTo>
                <a:cubicBezTo>
                  <a:pt x="5607120" y="0"/>
                  <a:pt x="5637526" y="30407"/>
                  <a:pt x="5637526" y="67915"/>
                </a:cubicBezTo>
                <a:lnTo>
                  <a:pt x="5637526" y="1647115"/>
                </a:lnTo>
                <a:cubicBezTo>
                  <a:pt x="5637526" y="1684624"/>
                  <a:pt x="5607120" y="1715031"/>
                  <a:pt x="5569611" y="1715031"/>
                </a:cubicBezTo>
                <a:lnTo>
                  <a:pt x="67915" y="1715031"/>
                </a:lnTo>
                <a:cubicBezTo>
                  <a:pt x="30407" y="1715031"/>
                  <a:pt x="0" y="1684624"/>
                  <a:pt x="0" y="1647115"/>
                </a:cubicBezTo>
                <a:lnTo>
                  <a:pt x="0" y="67915"/>
                </a:lnTo>
                <a:cubicBezTo>
                  <a:pt x="0" y="30432"/>
                  <a:pt x="30432" y="0"/>
                  <a:pt x="67915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6C757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7621" y="4981655"/>
            <a:ext cx="169805" cy="169805"/>
          </a:xfrm>
          <a:custGeom>
            <a:avLst/>
            <a:gdLst/>
            <a:ahLst/>
            <a:cxnLst/>
            <a:rect l="l" t="t" r="r" b="b"/>
            <a:pathLst>
              <a:path w="169805" h="169805">
                <a:moveTo>
                  <a:pt x="47857" y="0"/>
                </a:moveTo>
                <a:lnTo>
                  <a:pt x="122147" y="0"/>
                </a:lnTo>
                <a:cubicBezTo>
                  <a:pt x="130936" y="0"/>
                  <a:pt x="138099" y="7230"/>
                  <a:pt x="137768" y="15986"/>
                </a:cubicBezTo>
                <a:cubicBezTo>
                  <a:pt x="137701" y="17743"/>
                  <a:pt x="137635" y="19501"/>
                  <a:pt x="137535" y="21226"/>
                </a:cubicBezTo>
                <a:lnTo>
                  <a:pt x="153985" y="21226"/>
                </a:lnTo>
                <a:cubicBezTo>
                  <a:pt x="162641" y="21226"/>
                  <a:pt x="170269" y="28389"/>
                  <a:pt x="169606" y="37742"/>
                </a:cubicBezTo>
                <a:cubicBezTo>
                  <a:pt x="167119" y="72134"/>
                  <a:pt x="149541" y="91038"/>
                  <a:pt x="130471" y="100921"/>
                </a:cubicBezTo>
                <a:cubicBezTo>
                  <a:pt x="125231" y="103641"/>
                  <a:pt x="119892" y="105664"/>
                  <a:pt x="114817" y="107156"/>
                </a:cubicBezTo>
                <a:cubicBezTo>
                  <a:pt x="108118" y="116641"/>
                  <a:pt x="101153" y="121649"/>
                  <a:pt x="95615" y="124336"/>
                </a:cubicBezTo>
                <a:lnTo>
                  <a:pt x="95615" y="148579"/>
                </a:lnTo>
                <a:lnTo>
                  <a:pt x="116840" y="148579"/>
                </a:lnTo>
                <a:cubicBezTo>
                  <a:pt x="122711" y="148579"/>
                  <a:pt x="127453" y="153322"/>
                  <a:pt x="127453" y="159192"/>
                </a:cubicBezTo>
                <a:cubicBezTo>
                  <a:pt x="127453" y="165062"/>
                  <a:pt x="122711" y="169805"/>
                  <a:pt x="116840" y="169805"/>
                </a:cubicBezTo>
                <a:lnTo>
                  <a:pt x="53164" y="169805"/>
                </a:lnTo>
                <a:cubicBezTo>
                  <a:pt x="47293" y="169805"/>
                  <a:pt x="42551" y="165062"/>
                  <a:pt x="42551" y="159192"/>
                </a:cubicBezTo>
                <a:cubicBezTo>
                  <a:pt x="42551" y="153322"/>
                  <a:pt x="47293" y="148579"/>
                  <a:pt x="53164" y="148579"/>
                </a:cubicBezTo>
                <a:lnTo>
                  <a:pt x="74389" y="148579"/>
                </a:lnTo>
                <a:lnTo>
                  <a:pt x="74389" y="124336"/>
                </a:lnTo>
                <a:cubicBezTo>
                  <a:pt x="69083" y="121782"/>
                  <a:pt x="62483" y="117039"/>
                  <a:pt x="56049" y="108317"/>
                </a:cubicBezTo>
                <a:cubicBezTo>
                  <a:pt x="49947" y="106725"/>
                  <a:pt x="43314" y="104304"/>
                  <a:pt x="36846" y="100656"/>
                </a:cubicBezTo>
                <a:cubicBezTo>
                  <a:pt x="18904" y="90607"/>
                  <a:pt x="2720" y="71670"/>
                  <a:pt x="398" y="37675"/>
                </a:cubicBezTo>
                <a:cubicBezTo>
                  <a:pt x="-232" y="28356"/>
                  <a:pt x="7363" y="21192"/>
                  <a:pt x="16019" y="21192"/>
                </a:cubicBezTo>
                <a:lnTo>
                  <a:pt x="32469" y="21192"/>
                </a:lnTo>
                <a:cubicBezTo>
                  <a:pt x="32369" y="19468"/>
                  <a:pt x="32303" y="17743"/>
                  <a:pt x="32236" y="15952"/>
                </a:cubicBezTo>
                <a:cubicBezTo>
                  <a:pt x="31905" y="7164"/>
                  <a:pt x="39068" y="-33"/>
                  <a:pt x="47857" y="-33"/>
                </a:cubicBezTo>
                <a:close/>
                <a:moveTo>
                  <a:pt x="33663" y="37145"/>
                </a:moveTo>
                <a:lnTo>
                  <a:pt x="16284" y="37145"/>
                </a:lnTo>
                <a:cubicBezTo>
                  <a:pt x="18340" y="65236"/>
                  <a:pt x="31241" y="79298"/>
                  <a:pt x="44541" y="86760"/>
                </a:cubicBezTo>
                <a:cubicBezTo>
                  <a:pt x="39765" y="74389"/>
                  <a:pt x="35818" y="58238"/>
                  <a:pt x="33663" y="37145"/>
                </a:cubicBezTo>
                <a:close/>
                <a:moveTo>
                  <a:pt x="126027" y="85168"/>
                </a:moveTo>
                <a:cubicBezTo>
                  <a:pt x="139459" y="77275"/>
                  <a:pt x="151597" y="63246"/>
                  <a:pt x="153654" y="37145"/>
                </a:cubicBezTo>
                <a:lnTo>
                  <a:pt x="136308" y="37145"/>
                </a:lnTo>
                <a:cubicBezTo>
                  <a:pt x="134252" y="57342"/>
                  <a:pt x="130538" y="73029"/>
                  <a:pt x="126027" y="85168"/>
                </a:cubicBezTo>
                <a:close/>
              </a:path>
            </a:pathLst>
          </a:custGeom>
          <a:solidFill>
            <a:srgbClr val="6C757D"/>
          </a:solidFill>
          <a:ln/>
        </p:spPr>
      </p:sp>
      <p:sp>
        <p:nvSpPr>
          <p:cNvPr id="15" name="Text 12"/>
          <p:cNvSpPr/>
          <p:nvPr/>
        </p:nvSpPr>
        <p:spPr>
          <a:xfrm>
            <a:off x="738652" y="4947694"/>
            <a:ext cx="5153582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b="1" dirty="0">
                <a:solidFill>
                  <a:srgbClr val="6C75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Accomplishments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51866" y="5321265"/>
            <a:ext cx="118864" cy="135844"/>
          </a:xfrm>
          <a:custGeom>
            <a:avLst/>
            <a:gdLst/>
            <a:ahLst/>
            <a:cxnLst/>
            <a:rect l="l" t="t" r="r" b="b"/>
            <a:pathLst>
              <a:path w="118864" h="135844">
                <a:moveTo>
                  <a:pt x="115361" y="18599"/>
                </a:moveTo>
                <a:cubicBezTo>
                  <a:pt x="119155" y="21358"/>
                  <a:pt x="120004" y="26665"/>
                  <a:pt x="117245" y="30459"/>
                </a:cubicBezTo>
                <a:lnTo>
                  <a:pt x="49323" y="123852"/>
                </a:lnTo>
                <a:cubicBezTo>
                  <a:pt x="47864" y="125868"/>
                  <a:pt x="45609" y="127115"/>
                  <a:pt x="43115" y="127327"/>
                </a:cubicBezTo>
                <a:cubicBezTo>
                  <a:pt x="40621" y="127539"/>
                  <a:pt x="38206" y="126611"/>
                  <a:pt x="36455" y="124860"/>
                </a:cubicBezTo>
                <a:lnTo>
                  <a:pt x="2494" y="90899"/>
                </a:lnTo>
                <a:cubicBezTo>
                  <a:pt x="-822" y="87582"/>
                  <a:pt x="-822" y="82196"/>
                  <a:pt x="2494" y="78880"/>
                </a:cubicBezTo>
                <a:cubicBezTo>
                  <a:pt x="5811" y="75563"/>
                  <a:pt x="11197" y="75563"/>
                  <a:pt x="14513" y="78880"/>
                </a:cubicBezTo>
                <a:lnTo>
                  <a:pt x="41443" y="105810"/>
                </a:lnTo>
                <a:lnTo>
                  <a:pt x="103528" y="20456"/>
                </a:lnTo>
                <a:cubicBezTo>
                  <a:pt x="106287" y="16662"/>
                  <a:pt x="111594" y="15813"/>
                  <a:pt x="115388" y="18572"/>
                </a:cubicBezTo>
                <a:close/>
              </a:path>
            </a:pathLst>
          </a:custGeom>
          <a:solidFill>
            <a:srgbClr val="39FF14"/>
          </a:solidFill>
          <a:ln/>
        </p:spPr>
      </p:sp>
      <p:sp>
        <p:nvSpPr>
          <p:cNvPr id="17" name="Text 14"/>
          <p:cNvSpPr/>
          <p:nvPr/>
        </p:nvSpPr>
        <p:spPr>
          <a:xfrm>
            <a:off x="798084" y="5287304"/>
            <a:ext cx="2793292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Contactless operation eliminating germ spread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51866" y="5592953"/>
            <a:ext cx="118864" cy="135844"/>
          </a:xfrm>
          <a:custGeom>
            <a:avLst/>
            <a:gdLst/>
            <a:ahLst/>
            <a:cxnLst/>
            <a:rect l="l" t="t" r="r" b="b"/>
            <a:pathLst>
              <a:path w="118864" h="135844">
                <a:moveTo>
                  <a:pt x="115361" y="18599"/>
                </a:moveTo>
                <a:cubicBezTo>
                  <a:pt x="119155" y="21358"/>
                  <a:pt x="120004" y="26665"/>
                  <a:pt x="117245" y="30459"/>
                </a:cubicBezTo>
                <a:lnTo>
                  <a:pt x="49323" y="123852"/>
                </a:lnTo>
                <a:cubicBezTo>
                  <a:pt x="47864" y="125868"/>
                  <a:pt x="45609" y="127115"/>
                  <a:pt x="43115" y="127327"/>
                </a:cubicBezTo>
                <a:cubicBezTo>
                  <a:pt x="40621" y="127539"/>
                  <a:pt x="38206" y="126611"/>
                  <a:pt x="36455" y="124860"/>
                </a:cubicBezTo>
                <a:lnTo>
                  <a:pt x="2494" y="90899"/>
                </a:lnTo>
                <a:cubicBezTo>
                  <a:pt x="-822" y="87582"/>
                  <a:pt x="-822" y="82196"/>
                  <a:pt x="2494" y="78880"/>
                </a:cubicBezTo>
                <a:cubicBezTo>
                  <a:pt x="5811" y="75563"/>
                  <a:pt x="11197" y="75563"/>
                  <a:pt x="14513" y="78880"/>
                </a:cubicBezTo>
                <a:lnTo>
                  <a:pt x="41443" y="105810"/>
                </a:lnTo>
                <a:lnTo>
                  <a:pt x="103528" y="20456"/>
                </a:lnTo>
                <a:cubicBezTo>
                  <a:pt x="106287" y="16662"/>
                  <a:pt x="111594" y="15813"/>
                  <a:pt x="115388" y="18572"/>
                </a:cubicBezTo>
                <a:close/>
              </a:path>
            </a:pathLst>
          </a:custGeom>
          <a:solidFill>
            <a:srgbClr val="39FF14"/>
          </a:solidFill>
          <a:ln/>
        </p:spPr>
      </p:sp>
      <p:sp>
        <p:nvSpPr>
          <p:cNvPr id="19" name="Text 16"/>
          <p:cNvSpPr/>
          <p:nvPr/>
        </p:nvSpPr>
        <p:spPr>
          <a:xfrm>
            <a:off x="798084" y="5558992"/>
            <a:ext cx="3048000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Intelligent fill-level monitoring preventing overflow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51866" y="5864641"/>
            <a:ext cx="118864" cy="135844"/>
          </a:xfrm>
          <a:custGeom>
            <a:avLst/>
            <a:gdLst/>
            <a:ahLst/>
            <a:cxnLst/>
            <a:rect l="l" t="t" r="r" b="b"/>
            <a:pathLst>
              <a:path w="118864" h="135844">
                <a:moveTo>
                  <a:pt x="115361" y="18599"/>
                </a:moveTo>
                <a:cubicBezTo>
                  <a:pt x="119155" y="21358"/>
                  <a:pt x="120004" y="26665"/>
                  <a:pt x="117245" y="30459"/>
                </a:cubicBezTo>
                <a:lnTo>
                  <a:pt x="49323" y="123852"/>
                </a:lnTo>
                <a:cubicBezTo>
                  <a:pt x="47864" y="125868"/>
                  <a:pt x="45609" y="127115"/>
                  <a:pt x="43115" y="127327"/>
                </a:cubicBezTo>
                <a:cubicBezTo>
                  <a:pt x="40621" y="127539"/>
                  <a:pt x="38206" y="126611"/>
                  <a:pt x="36455" y="124860"/>
                </a:cubicBezTo>
                <a:lnTo>
                  <a:pt x="2494" y="90899"/>
                </a:lnTo>
                <a:cubicBezTo>
                  <a:pt x="-822" y="87582"/>
                  <a:pt x="-822" y="82196"/>
                  <a:pt x="2494" y="78880"/>
                </a:cubicBezTo>
                <a:cubicBezTo>
                  <a:pt x="5811" y="75563"/>
                  <a:pt x="11197" y="75563"/>
                  <a:pt x="14513" y="78880"/>
                </a:cubicBezTo>
                <a:lnTo>
                  <a:pt x="41443" y="105810"/>
                </a:lnTo>
                <a:lnTo>
                  <a:pt x="103528" y="20456"/>
                </a:lnTo>
                <a:cubicBezTo>
                  <a:pt x="106287" y="16662"/>
                  <a:pt x="111594" y="15813"/>
                  <a:pt x="115388" y="18572"/>
                </a:cubicBezTo>
                <a:close/>
              </a:path>
            </a:pathLst>
          </a:custGeom>
          <a:solidFill>
            <a:srgbClr val="39FF14"/>
          </a:solidFill>
          <a:ln/>
        </p:spPr>
      </p:sp>
      <p:sp>
        <p:nvSpPr>
          <p:cNvPr id="21" name="Text 18"/>
          <p:cNvSpPr/>
          <p:nvPr/>
        </p:nvSpPr>
        <p:spPr>
          <a:xfrm>
            <a:off x="798084" y="5830680"/>
            <a:ext cx="2886685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LED feedback ensuring safe operation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51866" y="6136329"/>
            <a:ext cx="118864" cy="135844"/>
          </a:xfrm>
          <a:custGeom>
            <a:avLst/>
            <a:gdLst/>
            <a:ahLst/>
            <a:cxnLst/>
            <a:rect l="l" t="t" r="r" b="b"/>
            <a:pathLst>
              <a:path w="118864" h="135844">
                <a:moveTo>
                  <a:pt x="115361" y="18599"/>
                </a:moveTo>
                <a:cubicBezTo>
                  <a:pt x="119155" y="21358"/>
                  <a:pt x="120004" y="26665"/>
                  <a:pt x="117245" y="30459"/>
                </a:cubicBezTo>
                <a:lnTo>
                  <a:pt x="49323" y="123852"/>
                </a:lnTo>
                <a:cubicBezTo>
                  <a:pt x="47864" y="125868"/>
                  <a:pt x="45609" y="127115"/>
                  <a:pt x="43115" y="127327"/>
                </a:cubicBezTo>
                <a:cubicBezTo>
                  <a:pt x="40621" y="127539"/>
                  <a:pt x="38206" y="126611"/>
                  <a:pt x="36455" y="124860"/>
                </a:cubicBezTo>
                <a:lnTo>
                  <a:pt x="2494" y="90899"/>
                </a:lnTo>
                <a:cubicBezTo>
                  <a:pt x="-822" y="87582"/>
                  <a:pt x="-822" y="82196"/>
                  <a:pt x="2494" y="78880"/>
                </a:cubicBezTo>
                <a:cubicBezTo>
                  <a:pt x="5811" y="75563"/>
                  <a:pt x="11197" y="75563"/>
                  <a:pt x="14513" y="78880"/>
                </a:cubicBezTo>
                <a:lnTo>
                  <a:pt x="41443" y="105810"/>
                </a:lnTo>
                <a:lnTo>
                  <a:pt x="103528" y="20456"/>
                </a:lnTo>
                <a:cubicBezTo>
                  <a:pt x="106287" y="16662"/>
                  <a:pt x="111594" y="15813"/>
                  <a:pt x="115388" y="18572"/>
                </a:cubicBezTo>
                <a:close/>
              </a:path>
            </a:pathLst>
          </a:custGeom>
          <a:solidFill>
            <a:srgbClr val="39FF14"/>
          </a:solidFill>
          <a:ln/>
        </p:spPr>
      </p:sp>
      <p:sp>
        <p:nvSpPr>
          <p:cNvPr id="23" name="Text 20"/>
          <p:cNvSpPr/>
          <p:nvPr/>
        </p:nvSpPr>
        <p:spPr>
          <a:xfrm>
            <a:off x="798084" y="6102368"/>
            <a:ext cx="2215955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Robust feedback control mechanism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208231" y="1061281"/>
            <a:ext cx="5637526" cy="3778162"/>
          </a:xfrm>
          <a:custGeom>
            <a:avLst/>
            <a:gdLst/>
            <a:ahLst/>
            <a:cxnLst/>
            <a:rect l="l" t="t" r="r" b="b"/>
            <a:pathLst>
              <a:path w="5637526" h="3778162">
                <a:moveTo>
                  <a:pt x="67931" y="0"/>
                </a:moveTo>
                <a:lnTo>
                  <a:pt x="5569595" y="0"/>
                </a:lnTo>
                <a:cubicBezTo>
                  <a:pt x="5607113" y="0"/>
                  <a:pt x="5637526" y="30414"/>
                  <a:pt x="5637526" y="67931"/>
                </a:cubicBezTo>
                <a:lnTo>
                  <a:pt x="5637526" y="3710230"/>
                </a:lnTo>
                <a:cubicBezTo>
                  <a:pt x="5637526" y="3747748"/>
                  <a:pt x="5607113" y="3778162"/>
                  <a:pt x="5569595" y="3778162"/>
                </a:cubicBezTo>
                <a:lnTo>
                  <a:pt x="67931" y="3778162"/>
                </a:lnTo>
                <a:cubicBezTo>
                  <a:pt x="30414" y="3778162"/>
                  <a:pt x="0" y="3747748"/>
                  <a:pt x="0" y="3710230"/>
                </a:cubicBezTo>
                <a:lnTo>
                  <a:pt x="0" y="67931"/>
                </a:lnTo>
                <a:cubicBezTo>
                  <a:pt x="0" y="30439"/>
                  <a:pt x="30439" y="0"/>
                  <a:pt x="6793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39FF1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399261" y="1273538"/>
            <a:ext cx="229237" cy="203766"/>
          </a:xfrm>
          <a:custGeom>
            <a:avLst/>
            <a:gdLst/>
            <a:ahLst/>
            <a:cxnLst/>
            <a:rect l="l" t="t" r="r" b="b"/>
            <a:pathLst>
              <a:path w="229237" h="203766">
                <a:moveTo>
                  <a:pt x="123175" y="-7522"/>
                </a:moveTo>
                <a:cubicBezTo>
                  <a:pt x="121543" y="-10706"/>
                  <a:pt x="118240" y="-12735"/>
                  <a:pt x="114658" y="-12735"/>
                </a:cubicBezTo>
                <a:cubicBezTo>
                  <a:pt x="111076" y="-12735"/>
                  <a:pt x="107773" y="-10706"/>
                  <a:pt x="106141" y="-7522"/>
                </a:cubicBezTo>
                <a:lnTo>
                  <a:pt x="76850" y="49867"/>
                </a:lnTo>
                <a:lnTo>
                  <a:pt x="13213" y="59976"/>
                </a:lnTo>
                <a:cubicBezTo>
                  <a:pt x="9671" y="60533"/>
                  <a:pt x="6726" y="63040"/>
                  <a:pt x="5612" y="66463"/>
                </a:cubicBezTo>
                <a:cubicBezTo>
                  <a:pt x="4497" y="69885"/>
                  <a:pt x="5413" y="73626"/>
                  <a:pt x="7920" y="76173"/>
                </a:cubicBezTo>
                <a:lnTo>
                  <a:pt x="53449" y="121742"/>
                </a:lnTo>
                <a:lnTo>
                  <a:pt x="43420" y="185379"/>
                </a:lnTo>
                <a:cubicBezTo>
                  <a:pt x="42863" y="188921"/>
                  <a:pt x="44335" y="192503"/>
                  <a:pt x="47240" y="194612"/>
                </a:cubicBezTo>
                <a:cubicBezTo>
                  <a:pt x="50146" y="196722"/>
                  <a:pt x="53966" y="197040"/>
                  <a:pt x="57190" y="195408"/>
                </a:cubicBezTo>
                <a:lnTo>
                  <a:pt x="114658" y="166197"/>
                </a:lnTo>
                <a:lnTo>
                  <a:pt x="172087" y="195408"/>
                </a:lnTo>
                <a:cubicBezTo>
                  <a:pt x="175271" y="197040"/>
                  <a:pt x="179131" y="196722"/>
                  <a:pt x="182036" y="194612"/>
                </a:cubicBezTo>
                <a:cubicBezTo>
                  <a:pt x="184942" y="192503"/>
                  <a:pt x="186414" y="188961"/>
                  <a:pt x="185857" y="185379"/>
                </a:cubicBezTo>
                <a:lnTo>
                  <a:pt x="175788" y="121742"/>
                </a:lnTo>
                <a:lnTo>
                  <a:pt x="221317" y="76173"/>
                </a:lnTo>
                <a:cubicBezTo>
                  <a:pt x="223864" y="73626"/>
                  <a:pt x="224740" y="69885"/>
                  <a:pt x="223625" y="66463"/>
                </a:cubicBezTo>
                <a:cubicBezTo>
                  <a:pt x="222511" y="63040"/>
                  <a:pt x="219606" y="60533"/>
                  <a:pt x="216024" y="59976"/>
                </a:cubicBezTo>
                <a:lnTo>
                  <a:pt x="152427" y="49867"/>
                </a:lnTo>
                <a:lnTo>
                  <a:pt x="123175" y="-7522"/>
                </a:lnTo>
                <a:close/>
              </a:path>
            </a:pathLst>
          </a:custGeom>
          <a:solidFill>
            <a:srgbClr val="39FF14"/>
          </a:solidFill>
          <a:ln/>
        </p:spPr>
      </p:sp>
      <p:sp>
        <p:nvSpPr>
          <p:cNvPr id="26" name="Text 23"/>
          <p:cNvSpPr/>
          <p:nvPr/>
        </p:nvSpPr>
        <p:spPr>
          <a:xfrm>
            <a:off x="6641233" y="1239577"/>
            <a:ext cx="5128111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4" b="1" dirty="0">
                <a:solidFill>
                  <a:srgbClr val="39FF1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Effectiveness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386526" y="1896510"/>
            <a:ext cx="5365838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Hygiene Enhancement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386526" y="2202159"/>
            <a:ext cx="5348858" cy="441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0" dirty="0">
                <a:solidFill>
                  <a:srgbClr val="ADB5B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Contactless operation significantly reduces the risk of cross-contamination and germ transmission in public and private spaces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386526" y="2779496"/>
            <a:ext cx="5365838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Overflow Prevention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386526" y="3085145"/>
            <a:ext cx="5348858" cy="441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0" dirty="0">
                <a:solidFill>
                  <a:srgbClr val="ADB5B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Intelligent fill-level monitoring ensures the dustbin never overflows, maintaining cleanliness and system reliability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86526" y="3662482"/>
            <a:ext cx="5365838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Safety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386526" y="3968131"/>
            <a:ext cx="5348858" cy="441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0" dirty="0">
                <a:solidFill>
                  <a:srgbClr val="ADB5B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LED indicators and safety checks provide clear communication and prevent accidents during operation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208231" y="5024106"/>
            <a:ext cx="5637526" cy="1460323"/>
          </a:xfrm>
          <a:custGeom>
            <a:avLst/>
            <a:gdLst/>
            <a:ahLst/>
            <a:cxnLst/>
            <a:rect l="l" t="t" r="r" b="b"/>
            <a:pathLst>
              <a:path w="5637526" h="1460323">
                <a:moveTo>
                  <a:pt x="67920" y="0"/>
                </a:moveTo>
                <a:lnTo>
                  <a:pt x="5569607" y="0"/>
                </a:lnTo>
                <a:cubicBezTo>
                  <a:pt x="5607118" y="0"/>
                  <a:pt x="5637526" y="30409"/>
                  <a:pt x="5637526" y="67920"/>
                </a:cubicBezTo>
                <a:lnTo>
                  <a:pt x="5637526" y="1392403"/>
                </a:lnTo>
                <a:cubicBezTo>
                  <a:pt x="5637526" y="1429914"/>
                  <a:pt x="5607118" y="1460323"/>
                  <a:pt x="5569607" y="1460323"/>
                </a:cubicBezTo>
                <a:lnTo>
                  <a:pt x="67920" y="1460323"/>
                </a:lnTo>
                <a:cubicBezTo>
                  <a:pt x="30434" y="1460323"/>
                  <a:pt x="0" y="1429889"/>
                  <a:pt x="0" y="1392403"/>
                </a:cubicBezTo>
                <a:lnTo>
                  <a:pt x="0" y="67920"/>
                </a:lnTo>
                <a:cubicBezTo>
                  <a:pt x="0" y="30434"/>
                  <a:pt x="30434" y="0"/>
                  <a:pt x="6792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6C757D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418364" y="5236362"/>
            <a:ext cx="148579" cy="169805"/>
          </a:xfrm>
          <a:custGeom>
            <a:avLst/>
            <a:gdLst/>
            <a:ahLst/>
            <a:cxnLst/>
            <a:rect l="l" t="t" r="r" b="b"/>
            <a:pathLst>
              <a:path w="148579" h="169805">
                <a:moveTo>
                  <a:pt x="55717" y="10613"/>
                </a:moveTo>
                <a:lnTo>
                  <a:pt x="7960" y="10613"/>
                </a:lnTo>
                <a:cubicBezTo>
                  <a:pt x="3549" y="10613"/>
                  <a:pt x="0" y="14161"/>
                  <a:pt x="0" y="18572"/>
                </a:cubicBezTo>
                <a:lnTo>
                  <a:pt x="0" y="66330"/>
                </a:lnTo>
                <a:cubicBezTo>
                  <a:pt x="0" y="69547"/>
                  <a:pt x="1924" y="72466"/>
                  <a:pt x="4908" y="73693"/>
                </a:cubicBezTo>
                <a:cubicBezTo>
                  <a:pt x="7893" y="74920"/>
                  <a:pt x="11309" y="74223"/>
                  <a:pt x="13598" y="71968"/>
                </a:cubicBezTo>
                <a:lnTo>
                  <a:pt x="26864" y="58702"/>
                </a:lnTo>
                <a:lnTo>
                  <a:pt x="53064" y="84903"/>
                </a:lnTo>
                <a:lnTo>
                  <a:pt x="26864" y="111103"/>
                </a:lnTo>
                <a:lnTo>
                  <a:pt x="13598" y="97837"/>
                </a:lnTo>
                <a:cubicBezTo>
                  <a:pt x="11309" y="95548"/>
                  <a:pt x="7893" y="94885"/>
                  <a:pt x="4908" y="96112"/>
                </a:cubicBezTo>
                <a:cubicBezTo>
                  <a:pt x="1924" y="97339"/>
                  <a:pt x="0" y="100258"/>
                  <a:pt x="0" y="103475"/>
                </a:cubicBezTo>
                <a:lnTo>
                  <a:pt x="0" y="151233"/>
                </a:lnTo>
                <a:cubicBezTo>
                  <a:pt x="0" y="155644"/>
                  <a:pt x="3549" y="159192"/>
                  <a:pt x="7960" y="159192"/>
                </a:cubicBezTo>
                <a:lnTo>
                  <a:pt x="55717" y="159192"/>
                </a:lnTo>
                <a:cubicBezTo>
                  <a:pt x="58934" y="159192"/>
                  <a:pt x="61853" y="157269"/>
                  <a:pt x="63080" y="154284"/>
                </a:cubicBezTo>
                <a:cubicBezTo>
                  <a:pt x="64307" y="151299"/>
                  <a:pt x="63644" y="147883"/>
                  <a:pt x="61355" y="145595"/>
                </a:cubicBezTo>
                <a:lnTo>
                  <a:pt x="48089" y="132329"/>
                </a:lnTo>
                <a:lnTo>
                  <a:pt x="74290" y="106128"/>
                </a:lnTo>
                <a:lnTo>
                  <a:pt x="100490" y="132329"/>
                </a:lnTo>
                <a:lnTo>
                  <a:pt x="87224" y="145595"/>
                </a:lnTo>
                <a:cubicBezTo>
                  <a:pt x="84936" y="147883"/>
                  <a:pt x="84272" y="151299"/>
                  <a:pt x="85499" y="154284"/>
                </a:cubicBezTo>
                <a:cubicBezTo>
                  <a:pt x="86727" y="157269"/>
                  <a:pt x="89645" y="159192"/>
                  <a:pt x="92862" y="159192"/>
                </a:cubicBezTo>
                <a:lnTo>
                  <a:pt x="140620" y="159192"/>
                </a:lnTo>
                <a:cubicBezTo>
                  <a:pt x="145031" y="159192"/>
                  <a:pt x="148579" y="155644"/>
                  <a:pt x="148579" y="151233"/>
                </a:cubicBezTo>
                <a:lnTo>
                  <a:pt x="148579" y="103475"/>
                </a:lnTo>
                <a:cubicBezTo>
                  <a:pt x="148579" y="100258"/>
                  <a:pt x="146656" y="97339"/>
                  <a:pt x="143671" y="96112"/>
                </a:cubicBezTo>
                <a:cubicBezTo>
                  <a:pt x="140686" y="94885"/>
                  <a:pt x="137270" y="95548"/>
                  <a:pt x="134982" y="97837"/>
                </a:cubicBezTo>
                <a:lnTo>
                  <a:pt x="121716" y="111103"/>
                </a:lnTo>
                <a:lnTo>
                  <a:pt x="95515" y="84903"/>
                </a:lnTo>
                <a:lnTo>
                  <a:pt x="121716" y="58702"/>
                </a:lnTo>
                <a:lnTo>
                  <a:pt x="134982" y="71968"/>
                </a:lnTo>
                <a:cubicBezTo>
                  <a:pt x="137270" y="74257"/>
                  <a:pt x="140686" y="74920"/>
                  <a:pt x="143671" y="73693"/>
                </a:cubicBezTo>
                <a:cubicBezTo>
                  <a:pt x="146656" y="72466"/>
                  <a:pt x="148579" y="69547"/>
                  <a:pt x="148579" y="66330"/>
                </a:cubicBezTo>
                <a:lnTo>
                  <a:pt x="148579" y="18572"/>
                </a:lnTo>
                <a:cubicBezTo>
                  <a:pt x="148579" y="14161"/>
                  <a:pt x="145031" y="10613"/>
                  <a:pt x="140620" y="10613"/>
                </a:cubicBezTo>
                <a:lnTo>
                  <a:pt x="92862" y="10613"/>
                </a:lnTo>
                <a:cubicBezTo>
                  <a:pt x="89645" y="10613"/>
                  <a:pt x="86727" y="12536"/>
                  <a:pt x="85499" y="15521"/>
                </a:cubicBezTo>
                <a:cubicBezTo>
                  <a:pt x="84272" y="18506"/>
                  <a:pt x="84969" y="21922"/>
                  <a:pt x="87224" y="24210"/>
                </a:cubicBezTo>
                <a:lnTo>
                  <a:pt x="100490" y="37476"/>
                </a:lnTo>
                <a:lnTo>
                  <a:pt x="74290" y="63677"/>
                </a:lnTo>
                <a:lnTo>
                  <a:pt x="48089" y="37476"/>
                </a:lnTo>
                <a:lnTo>
                  <a:pt x="61355" y="24210"/>
                </a:lnTo>
                <a:cubicBezTo>
                  <a:pt x="63644" y="21922"/>
                  <a:pt x="64307" y="18506"/>
                  <a:pt x="63080" y="15521"/>
                </a:cubicBezTo>
                <a:cubicBezTo>
                  <a:pt x="61853" y="12536"/>
                  <a:pt x="58934" y="10613"/>
                  <a:pt x="55717" y="10613"/>
                </a:cubicBezTo>
                <a:close/>
              </a:path>
            </a:pathLst>
          </a:custGeom>
          <a:solidFill>
            <a:srgbClr val="6C757D"/>
          </a:solidFill>
          <a:ln/>
        </p:spPr>
      </p:sp>
      <p:sp>
        <p:nvSpPr>
          <p:cNvPr id="35" name="Text 32"/>
          <p:cNvSpPr/>
          <p:nvPr/>
        </p:nvSpPr>
        <p:spPr>
          <a:xfrm>
            <a:off x="6598782" y="5202401"/>
            <a:ext cx="5153582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b="1" dirty="0">
                <a:solidFill>
                  <a:srgbClr val="6C75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Scalability &amp; Applications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386526" y="5542011"/>
            <a:ext cx="5348858" cy="220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0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Suitable for diverse environments: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6403506" y="5864641"/>
            <a:ext cx="135844" cy="135844"/>
          </a:xfrm>
          <a:custGeom>
            <a:avLst/>
            <a:gdLst/>
            <a:ahLst/>
            <a:cxnLst/>
            <a:rect l="l" t="t" r="r" b="b"/>
            <a:pathLst>
              <a:path w="135844" h="135844">
                <a:moveTo>
                  <a:pt x="73706" y="2282"/>
                </a:moveTo>
                <a:cubicBezTo>
                  <a:pt x="70443" y="-743"/>
                  <a:pt x="65401" y="-743"/>
                  <a:pt x="62165" y="2282"/>
                </a:cubicBezTo>
                <a:lnTo>
                  <a:pt x="2733" y="57468"/>
                </a:lnTo>
                <a:cubicBezTo>
                  <a:pt x="186" y="59856"/>
                  <a:pt x="-663" y="63544"/>
                  <a:pt x="610" y="66781"/>
                </a:cubicBezTo>
                <a:cubicBezTo>
                  <a:pt x="1884" y="70018"/>
                  <a:pt x="4988" y="72167"/>
                  <a:pt x="8490" y="72167"/>
                </a:cubicBezTo>
                <a:lnTo>
                  <a:pt x="12735" y="72167"/>
                </a:lnTo>
                <a:lnTo>
                  <a:pt x="12735" y="118864"/>
                </a:lnTo>
                <a:cubicBezTo>
                  <a:pt x="12735" y="128229"/>
                  <a:pt x="20350" y="135844"/>
                  <a:pt x="29716" y="135844"/>
                </a:cubicBezTo>
                <a:lnTo>
                  <a:pt x="106128" y="135844"/>
                </a:lnTo>
                <a:cubicBezTo>
                  <a:pt x="115494" y="135844"/>
                  <a:pt x="123109" y="128229"/>
                  <a:pt x="123109" y="118864"/>
                </a:cubicBezTo>
                <a:lnTo>
                  <a:pt x="123109" y="72167"/>
                </a:lnTo>
                <a:lnTo>
                  <a:pt x="127354" y="72167"/>
                </a:lnTo>
                <a:cubicBezTo>
                  <a:pt x="130856" y="72167"/>
                  <a:pt x="133987" y="70018"/>
                  <a:pt x="135260" y="66781"/>
                </a:cubicBezTo>
                <a:cubicBezTo>
                  <a:pt x="136534" y="63544"/>
                  <a:pt x="135685" y="59830"/>
                  <a:pt x="133138" y="57468"/>
                </a:cubicBezTo>
                <a:lnTo>
                  <a:pt x="73706" y="2282"/>
                </a:lnTo>
                <a:close/>
                <a:moveTo>
                  <a:pt x="63677" y="84903"/>
                </a:moveTo>
                <a:lnTo>
                  <a:pt x="72167" y="84903"/>
                </a:lnTo>
                <a:cubicBezTo>
                  <a:pt x="79198" y="84903"/>
                  <a:pt x="84903" y="90607"/>
                  <a:pt x="84903" y="97638"/>
                </a:cubicBezTo>
                <a:lnTo>
                  <a:pt x="84903" y="123109"/>
                </a:lnTo>
                <a:lnTo>
                  <a:pt x="50942" y="123109"/>
                </a:lnTo>
                <a:lnTo>
                  <a:pt x="50942" y="97638"/>
                </a:lnTo>
                <a:cubicBezTo>
                  <a:pt x="50942" y="90607"/>
                  <a:pt x="56646" y="84903"/>
                  <a:pt x="63677" y="84903"/>
                </a:cubicBezTo>
                <a:close/>
              </a:path>
            </a:pathLst>
          </a:custGeom>
          <a:solidFill>
            <a:srgbClr val="39FF14"/>
          </a:solidFill>
          <a:ln/>
        </p:spPr>
      </p:sp>
      <p:sp>
        <p:nvSpPr>
          <p:cNvPr id="38" name="Text 35"/>
          <p:cNvSpPr/>
          <p:nvPr/>
        </p:nvSpPr>
        <p:spPr>
          <a:xfrm>
            <a:off x="6624253" y="5830680"/>
            <a:ext cx="764123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ADB5B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Households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9070330" y="5864641"/>
            <a:ext cx="152825" cy="135844"/>
          </a:xfrm>
          <a:custGeom>
            <a:avLst/>
            <a:gdLst/>
            <a:ahLst/>
            <a:cxnLst/>
            <a:rect l="l" t="t" r="r" b="b"/>
            <a:pathLst>
              <a:path w="152825" h="135844">
                <a:moveTo>
                  <a:pt x="33961" y="16981"/>
                </a:moveTo>
                <a:cubicBezTo>
                  <a:pt x="33961" y="7615"/>
                  <a:pt x="41576" y="0"/>
                  <a:pt x="50942" y="0"/>
                </a:cubicBezTo>
                <a:lnTo>
                  <a:pt x="101883" y="0"/>
                </a:lnTo>
                <a:cubicBezTo>
                  <a:pt x="111249" y="0"/>
                  <a:pt x="118864" y="7615"/>
                  <a:pt x="118864" y="16981"/>
                </a:cubicBezTo>
                <a:lnTo>
                  <a:pt x="118864" y="33961"/>
                </a:lnTo>
                <a:lnTo>
                  <a:pt x="135844" y="33961"/>
                </a:lnTo>
                <a:cubicBezTo>
                  <a:pt x="145210" y="33961"/>
                  <a:pt x="152825" y="41576"/>
                  <a:pt x="152825" y="50942"/>
                </a:cubicBezTo>
                <a:lnTo>
                  <a:pt x="152825" y="118864"/>
                </a:lnTo>
                <a:cubicBezTo>
                  <a:pt x="152825" y="128229"/>
                  <a:pt x="145210" y="135844"/>
                  <a:pt x="135844" y="135844"/>
                </a:cubicBezTo>
                <a:lnTo>
                  <a:pt x="16981" y="135844"/>
                </a:lnTo>
                <a:cubicBezTo>
                  <a:pt x="7615" y="135844"/>
                  <a:pt x="0" y="128229"/>
                  <a:pt x="0" y="118864"/>
                </a:cubicBezTo>
                <a:lnTo>
                  <a:pt x="0" y="50942"/>
                </a:lnTo>
                <a:cubicBezTo>
                  <a:pt x="0" y="41576"/>
                  <a:pt x="7615" y="33961"/>
                  <a:pt x="16981" y="33961"/>
                </a:cubicBezTo>
                <a:lnTo>
                  <a:pt x="33961" y="33961"/>
                </a:lnTo>
                <a:lnTo>
                  <a:pt x="33961" y="16981"/>
                </a:lnTo>
                <a:close/>
                <a:moveTo>
                  <a:pt x="72167" y="93393"/>
                </a:moveTo>
                <a:cubicBezTo>
                  <a:pt x="67471" y="93393"/>
                  <a:pt x="63677" y="97187"/>
                  <a:pt x="63677" y="101883"/>
                </a:cubicBezTo>
                <a:lnTo>
                  <a:pt x="63677" y="123109"/>
                </a:lnTo>
                <a:lnTo>
                  <a:pt x="89148" y="123109"/>
                </a:lnTo>
                <a:lnTo>
                  <a:pt x="89148" y="101883"/>
                </a:lnTo>
                <a:cubicBezTo>
                  <a:pt x="89148" y="97187"/>
                  <a:pt x="85354" y="93393"/>
                  <a:pt x="80657" y="93393"/>
                </a:cubicBezTo>
                <a:lnTo>
                  <a:pt x="72167" y="93393"/>
                </a:lnTo>
                <a:close/>
                <a:moveTo>
                  <a:pt x="33961" y="97638"/>
                </a:moveTo>
                <a:lnTo>
                  <a:pt x="33961" y="89148"/>
                </a:lnTo>
                <a:cubicBezTo>
                  <a:pt x="33961" y="86813"/>
                  <a:pt x="32051" y="84903"/>
                  <a:pt x="29716" y="84903"/>
                </a:cubicBezTo>
                <a:lnTo>
                  <a:pt x="21226" y="84903"/>
                </a:lnTo>
                <a:cubicBezTo>
                  <a:pt x="18891" y="84903"/>
                  <a:pt x="16981" y="86813"/>
                  <a:pt x="16981" y="89148"/>
                </a:cubicBezTo>
                <a:lnTo>
                  <a:pt x="16981" y="97638"/>
                </a:lnTo>
                <a:cubicBezTo>
                  <a:pt x="16981" y="99973"/>
                  <a:pt x="18891" y="101883"/>
                  <a:pt x="21226" y="101883"/>
                </a:cubicBezTo>
                <a:lnTo>
                  <a:pt x="29716" y="101883"/>
                </a:lnTo>
                <a:cubicBezTo>
                  <a:pt x="32051" y="101883"/>
                  <a:pt x="33961" y="99973"/>
                  <a:pt x="33961" y="97638"/>
                </a:cubicBezTo>
                <a:close/>
                <a:moveTo>
                  <a:pt x="29716" y="67922"/>
                </a:moveTo>
                <a:cubicBezTo>
                  <a:pt x="32051" y="67922"/>
                  <a:pt x="33961" y="66012"/>
                  <a:pt x="33961" y="63677"/>
                </a:cubicBezTo>
                <a:lnTo>
                  <a:pt x="33961" y="55187"/>
                </a:lnTo>
                <a:cubicBezTo>
                  <a:pt x="33961" y="52852"/>
                  <a:pt x="32051" y="50942"/>
                  <a:pt x="29716" y="50942"/>
                </a:cubicBezTo>
                <a:lnTo>
                  <a:pt x="21226" y="50942"/>
                </a:lnTo>
                <a:cubicBezTo>
                  <a:pt x="18891" y="50942"/>
                  <a:pt x="16981" y="52852"/>
                  <a:pt x="16981" y="55187"/>
                </a:cubicBezTo>
                <a:lnTo>
                  <a:pt x="16981" y="63677"/>
                </a:lnTo>
                <a:cubicBezTo>
                  <a:pt x="16981" y="66012"/>
                  <a:pt x="18891" y="67922"/>
                  <a:pt x="21226" y="67922"/>
                </a:cubicBezTo>
                <a:lnTo>
                  <a:pt x="29716" y="67922"/>
                </a:lnTo>
                <a:close/>
                <a:moveTo>
                  <a:pt x="135844" y="97638"/>
                </a:moveTo>
                <a:lnTo>
                  <a:pt x="135844" y="89148"/>
                </a:lnTo>
                <a:cubicBezTo>
                  <a:pt x="135844" y="86813"/>
                  <a:pt x="133934" y="84903"/>
                  <a:pt x="131599" y="84903"/>
                </a:cubicBezTo>
                <a:lnTo>
                  <a:pt x="123109" y="84903"/>
                </a:lnTo>
                <a:cubicBezTo>
                  <a:pt x="120774" y="84903"/>
                  <a:pt x="118864" y="86813"/>
                  <a:pt x="118864" y="89148"/>
                </a:cubicBezTo>
                <a:lnTo>
                  <a:pt x="118864" y="97638"/>
                </a:lnTo>
                <a:cubicBezTo>
                  <a:pt x="118864" y="99973"/>
                  <a:pt x="120774" y="101883"/>
                  <a:pt x="123109" y="101883"/>
                </a:cubicBezTo>
                <a:lnTo>
                  <a:pt x="131599" y="101883"/>
                </a:lnTo>
                <a:cubicBezTo>
                  <a:pt x="133934" y="101883"/>
                  <a:pt x="135844" y="99973"/>
                  <a:pt x="135844" y="97638"/>
                </a:cubicBezTo>
                <a:close/>
                <a:moveTo>
                  <a:pt x="131599" y="67922"/>
                </a:moveTo>
                <a:cubicBezTo>
                  <a:pt x="133934" y="67922"/>
                  <a:pt x="135844" y="66012"/>
                  <a:pt x="135844" y="63677"/>
                </a:cubicBezTo>
                <a:lnTo>
                  <a:pt x="135844" y="55187"/>
                </a:lnTo>
                <a:cubicBezTo>
                  <a:pt x="135844" y="52852"/>
                  <a:pt x="133934" y="50942"/>
                  <a:pt x="131599" y="50942"/>
                </a:cubicBezTo>
                <a:lnTo>
                  <a:pt x="123109" y="50942"/>
                </a:lnTo>
                <a:cubicBezTo>
                  <a:pt x="120774" y="50942"/>
                  <a:pt x="118864" y="52852"/>
                  <a:pt x="118864" y="55187"/>
                </a:cubicBezTo>
                <a:lnTo>
                  <a:pt x="118864" y="63677"/>
                </a:lnTo>
                <a:cubicBezTo>
                  <a:pt x="118864" y="66012"/>
                  <a:pt x="120774" y="67922"/>
                  <a:pt x="123109" y="67922"/>
                </a:cubicBezTo>
                <a:lnTo>
                  <a:pt x="131599" y="67922"/>
                </a:lnTo>
                <a:close/>
                <a:moveTo>
                  <a:pt x="70045" y="27593"/>
                </a:moveTo>
                <a:lnTo>
                  <a:pt x="70045" y="36084"/>
                </a:lnTo>
                <a:lnTo>
                  <a:pt x="61554" y="36084"/>
                </a:lnTo>
                <a:cubicBezTo>
                  <a:pt x="59219" y="36084"/>
                  <a:pt x="57309" y="37994"/>
                  <a:pt x="57309" y="40329"/>
                </a:cubicBezTo>
                <a:lnTo>
                  <a:pt x="57309" y="44574"/>
                </a:lnTo>
                <a:cubicBezTo>
                  <a:pt x="57309" y="46909"/>
                  <a:pt x="59219" y="48819"/>
                  <a:pt x="61554" y="48819"/>
                </a:cubicBezTo>
                <a:lnTo>
                  <a:pt x="70045" y="48819"/>
                </a:lnTo>
                <a:lnTo>
                  <a:pt x="70045" y="57309"/>
                </a:lnTo>
                <a:cubicBezTo>
                  <a:pt x="70045" y="59644"/>
                  <a:pt x="71955" y="61554"/>
                  <a:pt x="74290" y="61554"/>
                </a:cubicBezTo>
                <a:lnTo>
                  <a:pt x="78535" y="61554"/>
                </a:lnTo>
                <a:cubicBezTo>
                  <a:pt x="80870" y="61554"/>
                  <a:pt x="82780" y="59644"/>
                  <a:pt x="82780" y="57309"/>
                </a:cubicBezTo>
                <a:lnTo>
                  <a:pt x="82780" y="48819"/>
                </a:lnTo>
                <a:lnTo>
                  <a:pt x="91270" y="48819"/>
                </a:lnTo>
                <a:cubicBezTo>
                  <a:pt x="93605" y="48819"/>
                  <a:pt x="95515" y="46909"/>
                  <a:pt x="95515" y="44574"/>
                </a:cubicBezTo>
                <a:lnTo>
                  <a:pt x="95515" y="40329"/>
                </a:lnTo>
                <a:cubicBezTo>
                  <a:pt x="95515" y="37994"/>
                  <a:pt x="93605" y="36084"/>
                  <a:pt x="91270" y="36084"/>
                </a:cubicBezTo>
                <a:lnTo>
                  <a:pt x="82780" y="36084"/>
                </a:lnTo>
                <a:lnTo>
                  <a:pt x="82780" y="27593"/>
                </a:lnTo>
                <a:cubicBezTo>
                  <a:pt x="82780" y="25258"/>
                  <a:pt x="80870" y="23348"/>
                  <a:pt x="78535" y="23348"/>
                </a:cubicBezTo>
                <a:lnTo>
                  <a:pt x="74290" y="23348"/>
                </a:lnTo>
                <a:cubicBezTo>
                  <a:pt x="71955" y="23348"/>
                  <a:pt x="70045" y="25258"/>
                  <a:pt x="70045" y="27593"/>
                </a:cubicBezTo>
                <a:close/>
              </a:path>
            </a:pathLst>
          </a:custGeom>
          <a:solidFill>
            <a:srgbClr val="39FF14"/>
          </a:solidFill>
          <a:ln/>
        </p:spPr>
      </p:sp>
      <p:sp>
        <p:nvSpPr>
          <p:cNvPr id="40" name="Text 37"/>
          <p:cNvSpPr/>
          <p:nvPr/>
        </p:nvSpPr>
        <p:spPr>
          <a:xfrm>
            <a:off x="9299567" y="5830680"/>
            <a:ext cx="611298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ADB5B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Hospitals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6420487" y="6136329"/>
            <a:ext cx="101883" cy="135844"/>
          </a:xfrm>
          <a:custGeom>
            <a:avLst/>
            <a:gdLst/>
            <a:ahLst/>
            <a:cxnLst/>
            <a:rect l="l" t="t" r="r" b="b"/>
            <a:pathLst>
              <a:path w="101883" h="135844">
                <a:moveTo>
                  <a:pt x="16981" y="0"/>
                </a:moveTo>
                <a:cubicBezTo>
                  <a:pt x="7615" y="0"/>
                  <a:pt x="0" y="7615"/>
                  <a:pt x="0" y="16981"/>
                </a:cubicBezTo>
                <a:lnTo>
                  <a:pt x="0" y="118864"/>
                </a:lnTo>
                <a:cubicBezTo>
                  <a:pt x="0" y="128229"/>
                  <a:pt x="7615" y="135844"/>
                  <a:pt x="16981" y="135844"/>
                </a:cubicBezTo>
                <a:lnTo>
                  <a:pt x="84903" y="135844"/>
                </a:lnTo>
                <a:cubicBezTo>
                  <a:pt x="94268" y="135844"/>
                  <a:pt x="101883" y="128229"/>
                  <a:pt x="101883" y="118864"/>
                </a:cubicBezTo>
                <a:lnTo>
                  <a:pt x="101883" y="16981"/>
                </a:lnTo>
                <a:cubicBezTo>
                  <a:pt x="101883" y="7615"/>
                  <a:pt x="94268" y="0"/>
                  <a:pt x="84903" y="0"/>
                </a:cubicBezTo>
                <a:lnTo>
                  <a:pt x="16981" y="0"/>
                </a:lnTo>
                <a:close/>
                <a:moveTo>
                  <a:pt x="46696" y="93393"/>
                </a:moveTo>
                <a:lnTo>
                  <a:pt x="55187" y="93393"/>
                </a:lnTo>
                <a:cubicBezTo>
                  <a:pt x="59883" y="93393"/>
                  <a:pt x="63677" y="97187"/>
                  <a:pt x="63677" y="101883"/>
                </a:cubicBezTo>
                <a:lnTo>
                  <a:pt x="63677" y="123109"/>
                </a:lnTo>
                <a:lnTo>
                  <a:pt x="38206" y="123109"/>
                </a:lnTo>
                <a:lnTo>
                  <a:pt x="38206" y="101883"/>
                </a:lnTo>
                <a:cubicBezTo>
                  <a:pt x="38206" y="97187"/>
                  <a:pt x="42000" y="93393"/>
                  <a:pt x="46696" y="93393"/>
                </a:cubicBezTo>
                <a:close/>
                <a:moveTo>
                  <a:pt x="25471" y="29716"/>
                </a:moveTo>
                <a:cubicBezTo>
                  <a:pt x="25471" y="27381"/>
                  <a:pt x="27381" y="25471"/>
                  <a:pt x="29716" y="25471"/>
                </a:cubicBezTo>
                <a:lnTo>
                  <a:pt x="38206" y="25471"/>
                </a:lnTo>
                <a:cubicBezTo>
                  <a:pt x="40541" y="25471"/>
                  <a:pt x="42451" y="27381"/>
                  <a:pt x="42451" y="29716"/>
                </a:cubicBezTo>
                <a:lnTo>
                  <a:pt x="42451" y="38206"/>
                </a:lnTo>
                <a:cubicBezTo>
                  <a:pt x="42451" y="40541"/>
                  <a:pt x="40541" y="42451"/>
                  <a:pt x="38206" y="42451"/>
                </a:cubicBezTo>
                <a:lnTo>
                  <a:pt x="29716" y="42451"/>
                </a:lnTo>
                <a:cubicBezTo>
                  <a:pt x="27381" y="42451"/>
                  <a:pt x="25471" y="40541"/>
                  <a:pt x="25471" y="38206"/>
                </a:cubicBezTo>
                <a:lnTo>
                  <a:pt x="25471" y="29716"/>
                </a:lnTo>
                <a:close/>
                <a:moveTo>
                  <a:pt x="63677" y="25471"/>
                </a:moveTo>
                <a:lnTo>
                  <a:pt x="72167" y="25471"/>
                </a:lnTo>
                <a:cubicBezTo>
                  <a:pt x="74502" y="25471"/>
                  <a:pt x="76412" y="27381"/>
                  <a:pt x="76412" y="29716"/>
                </a:cubicBezTo>
                <a:lnTo>
                  <a:pt x="76412" y="38206"/>
                </a:lnTo>
                <a:cubicBezTo>
                  <a:pt x="76412" y="40541"/>
                  <a:pt x="74502" y="42451"/>
                  <a:pt x="72167" y="42451"/>
                </a:cubicBezTo>
                <a:lnTo>
                  <a:pt x="63677" y="42451"/>
                </a:lnTo>
                <a:cubicBezTo>
                  <a:pt x="61342" y="42451"/>
                  <a:pt x="59432" y="40541"/>
                  <a:pt x="59432" y="38206"/>
                </a:cubicBezTo>
                <a:lnTo>
                  <a:pt x="59432" y="29716"/>
                </a:lnTo>
                <a:cubicBezTo>
                  <a:pt x="59432" y="27381"/>
                  <a:pt x="61342" y="25471"/>
                  <a:pt x="63677" y="25471"/>
                </a:cubicBezTo>
                <a:close/>
                <a:moveTo>
                  <a:pt x="25471" y="63677"/>
                </a:moveTo>
                <a:cubicBezTo>
                  <a:pt x="25471" y="61342"/>
                  <a:pt x="27381" y="59432"/>
                  <a:pt x="29716" y="59432"/>
                </a:cubicBezTo>
                <a:lnTo>
                  <a:pt x="38206" y="59432"/>
                </a:lnTo>
                <a:cubicBezTo>
                  <a:pt x="40541" y="59432"/>
                  <a:pt x="42451" y="61342"/>
                  <a:pt x="42451" y="63677"/>
                </a:cubicBezTo>
                <a:lnTo>
                  <a:pt x="42451" y="72167"/>
                </a:lnTo>
                <a:cubicBezTo>
                  <a:pt x="42451" y="74502"/>
                  <a:pt x="40541" y="76412"/>
                  <a:pt x="38206" y="76412"/>
                </a:cubicBezTo>
                <a:lnTo>
                  <a:pt x="29716" y="76412"/>
                </a:lnTo>
                <a:cubicBezTo>
                  <a:pt x="27381" y="76412"/>
                  <a:pt x="25471" y="74502"/>
                  <a:pt x="25471" y="72167"/>
                </a:cubicBezTo>
                <a:lnTo>
                  <a:pt x="25471" y="63677"/>
                </a:lnTo>
                <a:close/>
                <a:moveTo>
                  <a:pt x="63677" y="59432"/>
                </a:moveTo>
                <a:lnTo>
                  <a:pt x="72167" y="59432"/>
                </a:lnTo>
                <a:cubicBezTo>
                  <a:pt x="74502" y="59432"/>
                  <a:pt x="76412" y="61342"/>
                  <a:pt x="76412" y="63677"/>
                </a:cubicBezTo>
                <a:lnTo>
                  <a:pt x="76412" y="72167"/>
                </a:lnTo>
                <a:cubicBezTo>
                  <a:pt x="76412" y="74502"/>
                  <a:pt x="74502" y="76412"/>
                  <a:pt x="72167" y="76412"/>
                </a:cubicBezTo>
                <a:lnTo>
                  <a:pt x="63677" y="76412"/>
                </a:lnTo>
                <a:cubicBezTo>
                  <a:pt x="61342" y="76412"/>
                  <a:pt x="59432" y="74502"/>
                  <a:pt x="59432" y="72167"/>
                </a:cubicBezTo>
                <a:lnTo>
                  <a:pt x="59432" y="63677"/>
                </a:lnTo>
                <a:cubicBezTo>
                  <a:pt x="59432" y="61342"/>
                  <a:pt x="61342" y="59432"/>
                  <a:pt x="63677" y="59432"/>
                </a:cubicBezTo>
                <a:close/>
              </a:path>
            </a:pathLst>
          </a:custGeom>
          <a:solidFill>
            <a:srgbClr val="39FF14"/>
          </a:solidFill>
          <a:ln/>
        </p:spPr>
      </p:sp>
      <p:sp>
        <p:nvSpPr>
          <p:cNvPr id="42" name="Text 39"/>
          <p:cNvSpPr/>
          <p:nvPr/>
        </p:nvSpPr>
        <p:spPr>
          <a:xfrm>
            <a:off x="6624253" y="6102368"/>
            <a:ext cx="483944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ADB5B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Offices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9070330" y="6136329"/>
            <a:ext cx="152825" cy="135844"/>
          </a:xfrm>
          <a:custGeom>
            <a:avLst/>
            <a:gdLst/>
            <a:ahLst/>
            <a:cxnLst/>
            <a:rect l="l" t="t" r="r" b="b"/>
            <a:pathLst>
              <a:path w="152825" h="135844">
                <a:moveTo>
                  <a:pt x="0" y="50942"/>
                </a:moveTo>
                <a:cubicBezTo>
                  <a:pt x="0" y="41576"/>
                  <a:pt x="7615" y="33961"/>
                  <a:pt x="16981" y="33961"/>
                </a:cubicBezTo>
                <a:lnTo>
                  <a:pt x="33961" y="33961"/>
                </a:lnTo>
                <a:lnTo>
                  <a:pt x="67895" y="3423"/>
                </a:lnTo>
                <a:cubicBezTo>
                  <a:pt x="72751" y="-929"/>
                  <a:pt x="80100" y="-929"/>
                  <a:pt x="84929" y="3423"/>
                </a:cubicBezTo>
                <a:lnTo>
                  <a:pt x="118864" y="33961"/>
                </a:lnTo>
                <a:lnTo>
                  <a:pt x="135844" y="33961"/>
                </a:lnTo>
                <a:cubicBezTo>
                  <a:pt x="145210" y="33961"/>
                  <a:pt x="152825" y="41576"/>
                  <a:pt x="152825" y="50942"/>
                </a:cubicBezTo>
                <a:lnTo>
                  <a:pt x="152825" y="118864"/>
                </a:lnTo>
                <a:cubicBezTo>
                  <a:pt x="152825" y="128229"/>
                  <a:pt x="145210" y="135844"/>
                  <a:pt x="135844" y="135844"/>
                </a:cubicBezTo>
                <a:lnTo>
                  <a:pt x="16981" y="135844"/>
                </a:lnTo>
                <a:cubicBezTo>
                  <a:pt x="7615" y="135844"/>
                  <a:pt x="0" y="128229"/>
                  <a:pt x="0" y="118864"/>
                </a:cubicBezTo>
                <a:lnTo>
                  <a:pt x="0" y="50942"/>
                </a:lnTo>
                <a:close/>
                <a:moveTo>
                  <a:pt x="59432" y="99760"/>
                </a:moveTo>
                <a:lnTo>
                  <a:pt x="59432" y="123109"/>
                </a:lnTo>
                <a:lnTo>
                  <a:pt x="93393" y="123109"/>
                </a:lnTo>
                <a:lnTo>
                  <a:pt x="93393" y="99760"/>
                </a:lnTo>
                <a:cubicBezTo>
                  <a:pt x="93393" y="93897"/>
                  <a:pt x="88644" y="89148"/>
                  <a:pt x="82780" y="89148"/>
                </a:cubicBezTo>
                <a:lnTo>
                  <a:pt x="70045" y="89148"/>
                </a:lnTo>
                <a:cubicBezTo>
                  <a:pt x="64181" y="89148"/>
                  <a:pt x="59432" y="93897"/>
                  <a:pt x="59432" y="99760"/>
                </a:cubicBezTo>
                <a:close/>
                <a:moveTo>
                  <a:pt x="29716" y="101883"/>
                </a:moveTo>
                <a:cubicBezTo>
                  <a:pt x="32051" y="101883"/>
                  <a:pt x="33961" y="99973"/>
                  <a:pt x="33961" y="97638"/>
                </a:cubicBezTo>
                <a:lnTo>
                  <a:pt x="33961" y="89148"/>
                </a:lnTo>
                <a:cubicBezTo>
                  <a:pt x="33961" y="86813"/>
                  <a:pt x="32051" y="84903"/>
                  <a:pt x="29716" y="84903"/>
                </a:cubicBezTo>
                <a:lnTo>
                  <a:pt x="21226" y="84903"/>
                </a:lnTo>
                <a:cubicBezTo>
                  <a:pt x="18891" y="84903"/>
                  <a:pt x="16981" y="86813"/>
                  <a:pt x="16981" y="89148"/>
                </a:cubicBezTo>
                <a:lnTo>
                  <a:pt x="16981" y="97638"/>
                </a:lnTo>
                <a:cubicBezTo>
                  <a:pt x="16981" y="99973"/>
                  <a:pt x="18891" y="101883"/>
                  <a:pt x="21226" y="101883"/>
                </a:cubicBezTo>
                <a:lnTo>
                  <a:pt x="29716" y="101883"/>
                </a:lnTo>
                <a:close/>
                <a:moveTo>
                  <a:pt x="33961" y="63677"/>
                </a:moveTo>
                <a:lnTo>
                  <a:pt x="33961" y="55187"/>
                </a:lnTo>
                <a:cubicBezTo>
                  <a:pt x="33961" y="52852"/>
                  <a:pt x="32051" y="50942"/>
                  <a:pt x="29716" y="50942"/>
                </a:cubicBezTo>
                <a:lnTo>
                  <a:pt x="21226" y="50942"/>
                </a:lnTo>
                <a:cubicBezTo>
                  <a:pt x="18891" y="50942"/>
                  <a:pt x="16981" y="52852"/>
                  <a:pt x="16981" y="55187"/>
                </a:cubicBezTo>
                <a:lnTo>
                  <a:pt x="16981" y="63677"/>
                </a:lnTo>
                <a:cubicBezTo>
                  <a:pt x="16981" y="66012"/>
                  <a:pt x="18891" y="67922"/>
                  <a:pt x="21226" y="67922"/>
                </a:cubicBezTo>
                <a:lnTo>
                  <a:pt x="29716" y="67922"/>
                </a:lnTo>
                <a:cubicBezTo>
                  <a:pt x="32051" y="67922"/>
                  <a:pt x="33961" y="66012"/>
                  <a:pt x="33961" y="63677"/>
                </a:cubicBezTo>
                <a:close/>
                <a:moveTo>
                  <a:pt x="131599" y="101883"/>
                </a:moveTo>
                <a:cubicBezTo>
                  <a:pt x="133934" y="101883"/>
                  <a:pt x="135844" y="99973"/>
                  <a:pt x="135844" y="97638"/>
                </a:cubicBezTo>
                <a:lnTo>
                  <a:pt x="135844" y="89148"/>
                </a:lnTo>
                <a:cubicBezTo>
                  <a:pt x="135844" y="86813"/>
                  <a:pt x="133934" y="84903"/>
                  <a:pt x="131599" y="84903"/>
                </a:cubicBezTo>
                <a:lnTo>
                  <a:pt x="123109" y="84903"/>
                </a:lnTo>
                <a:cubicBezTo>
                  <a:pt x="120774" y="84903"/>
                  <a:pt x="118864" y="86813"/>
                  <a:pt x="118864" y="89148"/>
                </a:cubicBezTo>
                <a:lnTo>
                  <a:pt x="118864" y="97638"/>
                </a:lnTo>
                <a:cubicBezTo>
                  <a:pt x="118864" y="99973"/>
                  <a:pt x="120774" y="101883"/>
                  <a:pt x="123109" y="101883"/>
                </a:cubicBezTo>
                <a:lnTo>
                  <a:pt x="131599" y="101883"/>
                </a:lnTo>
                <a:close/>
                <a:moveTo>
                  <a:pt x="135844" y="63677"/>
                </a:moveTo>
                <a:lnTo>
                  <a:pt x="135844" y="55187"/>
                </a:lnTo>
                <a:cubicBezTo>
                  <a:pt x="135844" y="52852"/>
                  <a:pt x="133934" y="50942"/>
                  <a:pt x="131599" y="50942"/>
                </a:cubicBezTo>
                <a:lnTo>
                  <a:pt x="123109" y="50942"/>
                </a:lnTo>
                <a:cubicBezTo>
                  <a:pt x="120774" y="50942"/>
                  <a:pt x="118864" y="52852"/>
                  <a:pt x="118864" y="55187"/>
                </a:cubicBezTo>
                <a:lnTo>
                  <a:pt x="118864" y="63677"/>
                </a:lnTo>
                <a:cubicBezTo>
                  <a:pt x="118864" y="66012"/>
                  <a:pt x="120774" y="67922"/>
                  <a:pt x="123109" y="67922"/>
                </a:cubicBezTo>
                <a:lnTo>
                  <a:pt x="131599" y="67922"/>
                </a:lnTo>
                <a:cubicBezTo>
                  <a:pt x="133934" y="67922"/>
                  <a:pt x="135844" y="66012"/>
                  <a:pt x="135844" y="63677"/>
                </a:cubicBezTo>
                <a:close/>
                <a:moveTo>
                  <a:pt x="76412" y="67922"/>
                </a:moveTo>
                <a:cubicBezTo>
                  <a:pt x="85784" y="67922"/>
                  <a:pt x="93393" y="60313"/>
                  <a:pt x="93393" y="50942"/>
                </a:cubicBezTo>
                <a:cubicBezTo>
                  <a:pt x="93393" y="41570"/>
                  <a:pt x="85784" y="33961"/>
                  <a:pt x="76412" y="33961"/>
                </a:cubicBezTo>
                <a:cubicBezTo>
                  <a:pt x="67040" y="33961"/>
                  <a:pt x="59432" y="41570"/>
                  <a:pt x="59432" y="50942"/>
                </a:cubicBezTo>
                <a:cubicBezTo>
                  <a:pt x="59432" y="60313"/>
                  <a:pt x="67040" y="67922"/>
                  <a:pt x="76412" y="67922"/>
                </a:cubicBezTo>
                <a:close/>
              </a:path>
            </a:pathLst>
          </a:custGeom>
          <a:solidFill>
            <a:srgbClr val="39FF14"/>
          </a:solidFill>
          <a:ln/>
        </p:spPr>
      </p:sp>
      <p:sp>
        <p:nvSpPr>
          <p:cNvPr id="44" name="Text 41"/>
          <p:cNvSpPr/>
          <p:nvPr/>
        </p:nvSpPr>
        <p:spPr>
          <a:xfrm>
            <a:off x="9299567" y="6102368"/>
            <a:ext cx="526396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ADB5B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Schools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339610" y="6637253"/>
            <a:ext cx="11512780" cy="16981"/>
          </a:xfrm>
          <a:custGeom>
            <a:avLst/>
            <a:gdLst/>
            <a:ahLst/>
            <a:cxnLst/>
            <a:rect l="l" t="t" r="r" b="b"/>
            <a:pathLst>
              <a:path w="11512780" h="16981">
                <a:moveTo>
                  <a:pt x="0" y="0"/>
                </a:moveTo>
                <a:lnTo>
                  <a:pt x="11512780" y="0"/>
                </a:lnTo>
                <a:lnTo>
                  <a:pt x="11512780" y="16981"/>
                </a:lnTo>
                <a:lnTo>
                  <a:pt x="0" y="16981"/>
                </a:lnTo>
                <a:lnTo>
                  <a:pt x="0" y="0"/>
                </a:lnTo>
                <a:close/>
              </a:path>
            </a:pathLst>
          </a:custGeom>
          <a:solidFill>
            <a:srgbClr val="39FF14"/>
          </a:solidFill>
          <a:ln/>
        </p:spPr>
      </p:sp>
      <p:sp>
        <p:nvSpPr>
          <p:cNvPr id="46" name="Text 43"/>
          <p:cNvSpPr/>
          <p:nvPr/>
        </p:nvSpPr>
        <p:spPr>
          <a:xfrm>
            <a:off x="288669" y="6781588"/>
            <a:ext cx="11614663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04" b="1" dirty="0">
                <a:solidFill>
                  <a:srgbClr val="39FF1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297159" y="7121198"/>
            <a:ext cx="11597682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37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&amp; Discussion Welcome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821</Words>
  <Application>Microsoft Office PowerPoint</Application>
  <PresentationFormat>Widescreen</PresentationFormat>
  <Paragraphs>170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Quattrocento Sans</vt:lpstr>
      <vt:lpstr>Arial</vt:lpstr>
      <vt:lpstr>Hedvig Letters Sans</vt:lpstr>
      <vt:lpstr>Liter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Automatic Dustbin - Project Presentation</dc:title>
  <dc:subject>Intelligent Automatic Dustbin - Project Presentation</dc:subject>
  <dc:creator>Kimi</dc:creator>
  <cp:lastModifiedBy>Mehwish Akram</cp:lastModifiedBy>
  <cp:revision>3</cp:revision>
  <dcterms:created xsi:type="dcterms:W3CDTF">2026-01-21T17:55:35Z</dcterms:created>
  <dcterms:modified xsi:type="dcterms:W3CDTF">2026-01-21T18:38:34Z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{"Label":"Intelligent Automatic Dustbin - Project Presentation","ContentProducer":"001191110108MACG2KBH8F10000","ProduceID":"19be1add-65f2-89bc-8000-000012a0e8e5","ReservedCode1":"","ContentPropagator":"001191110108MACG2KBH8F20000","PropagateID":"19be1add-65f2-89bc-8000-000012a0e8e5","ReservedCode2":""}</vt:lpwstr>
  </property>
</Properties>
</file>